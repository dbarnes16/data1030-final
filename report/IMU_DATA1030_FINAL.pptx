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68" r:id="rId3"/>
    <p:sldId id="264" r:id="rId4"/>
    <p:sldId id="266" r:id="rId5"/>
    <p:sldId id="271" r:id="rId6"/>
    <p:sldId id="273" r:id="rId7"/>
    <p:sldId id="287" r:id="rId8"/>
    <p:sldId id="280" r:id="rId9"/>
    <p:sldId id="284" r:id="rId10"/>
    <p:sldId id="291" r:id="rId11"/>
    <p:sldId id="285" r:id="rId12"/>
    <p:sldId id="289" r:id="rId13"/>
    <p:sldId id="276" r:id="rId14"/>
    <p:sldId id="26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5698D"/>
    <a:srgbClr val="6D85AE"/>
    <a:srgbClr val="333E4F"/>
    <a:srgbClr val="3A4861"/>
    <a:srgbClr val="9D9D9D"/>
    <a:srgbClr val="DBDB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86"/>
    <p:restoredTop sz="85352"/>
  </p:normalViewPr>
  <p:slideViewPr>
    <p:cSldViewPr snapToGrid="0">
      <p:cViewPr varScale="1">
        <p:scale>
          <a:sx n="104" d="100"/>
          <a:sy n="104" d="100"/>
        </p:scale>
        <p:origin x="520"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A89182-B28C-2340-A944-081438B69CF9}" type="doc">
      <dgm:prSet loTypeId="urn:microsoft.com/office/officeart/2005/8/layout/vList5" loCatId="" qsTypeId="urn:microsoft.com/office/officeart/2005/8/quickstyle/simple1" qsCatId="simple" csTypeId="urn:microsoft.com/office/officeart/2005/8/colors/accent1_2" csCatId="accent1" phldr="1"/>
      <dgm:spPr/>
      <dgm:t>
        <a:bodyPr/>
        <a:lstStyle/>
        <a:p>
          <a:endParaRPr lang="en-US"/>
        </a:p>
      </dgm:t>
    </dgm:pt>
    <dgm:pt modelId="{B9F72490-BC9A-044C-89D4-3A1FA62F8EF7}">
      <dgm:prSet phldrT="[Text]"/>
      <dgm:spPr>
        <a:solidFill>
          <a:schemeClr val="accent1">
            <a:lumMod val="75000"/>
          </a:schemeClr>
        </a:solidFill>
      </dgm:spPr>
      <dgm:t>
        <a:bodyPr/>
        <a:lstStyle/>
        <a:p>
          <a:r>
            <a:rPr lang="en-US" dirty="0" err="1"/>
            <a:t>XGBoost</a:t>
          </a:r>
          <a:endParaRPr lang="en-US" dirty="0"/>
        </a:p>
      </dgm:t>
    </dgm:pt>
    <dgm:pt modelId="{D0FE1E12-73CE-BD46-BB81-A80F0BA1DBD7}" type="parTrans" cxnId="{31F721FF-5B80-3348-A6E3-75BF1421E1F2}">
      <dgm:prSet/>
      <dgm:spPr/>
      <dgm:t>
        <a:bodyPr/>
        <a:lstStyle/>
        <a:p>
          <a:endParaRPr lang="en-US"/>
        </a:p>
      </dgm:t>
    </dgm:pt>
    <dgm:pt modelId="{22B58791-F236-5741-BE54-EEDC8EC3A8EF}" type="sibTrans" cxnId="{31F721FF-5B80-3348-A6E3-75BF1421E1F2}">
      <dgm:prSet/>
      <dgm:spPr/>
      <dgm:t>
        <a:bodyPr/>
        <a:lstStyle/>
        <a:p>
          <a:endParaRPr lang="en-US"/>
        </a:p>
      </dgm:t>
    </dgm:pt>
    <dgm:pt modelId="{94029C32-A938-D84D-8425-1C51007F0617}">
      <dgm:prSet phldrT="[Text]"/>
      <dgm:spPr>
        <a:solidFill>
          <a:schemeClr val="accent1">
            <a:lumMod val="75000"/>
          </a:schemeClr>
        </a:solidFill>
      </dgm:spPr>
      <dgm:t>
        <a:bodyPr/>
        <a:lstStyle/>
        <a:p>
          <a:r>
            <a:rPr lang="en-US" dirty="0"/>
            <a:t>Logistic Regression L2</a:t>
          </a:r>
        </a:p>
      </dgm:t>
    </dgm:pt>
    <dgm:pt modelId="{67154CEB-5AE8-A241-A2D6-E4F2373CF7E5}" type="parTrans" cxnId="{0459FB8B-AD23-F84A-8498-A0675454875F}">
      <dgm:prSet/>
      <dgm:spPr/>
      <dgm:t>
        <a:bodyPr/>
        <a:lstStyle/>
        <a:p>
          <a:endParaRPr lang="en-US"/>
        </a:p>
      </dgm:t>
    </dgm:pt>
    <dgm:pt modelId="{E04ABE50-14ED-374E-A046-AFBF133B6F19}" type="sibTrans" cxnId="{0459FB8B-AD23-F84A-8498-A0675454875F}">
      <dgm:prSet/>
      <dgm:spPr/>
      <dgm:t>
        <a:bodyPr/>
        <a:lstStyle/>
        <a:p>
          <a:endParaRPr lang="en-US"/>
        </a:p>
      </dgm:t>
    </dgm:pt>
    <dgm:pt modelId="{9C0D2893-364E-6F4E-AD0A-ADF4D0808E53}">
      <dgm:prSet phldrT="[Text]"/>
      <dgm:spPr>
        <a:solidFill>
          <a:schemeClr val="accent1">
            <a:lumMod val="75000"/>
          </a:schemeClr>
        </a:solidFill>
      </dgm:spPr>
      <dgm:t>
        <a:bodyPr/>
        <a:lstStyle/>
        <a:p>
          <a:r>
            <a:rPr lang="en-US" dirty="0"/>
            <a:t>Random Forest</a:t>
          </a:r>
        </a:p>
      </dgm:t>
    </dgm:pt>
    <dgm:pt modelId="{BAE3A3D9-D813-2C46-BEF3-4389B326144A}" type="parTrans" cxnId="{FD16347B-730B-0840-8FE9-8676BBCEAB53}">
      <dgm:prSet/>
      <dgm:spPr/>
      <dgm:t>
        <a:bodyPr/>
        <a:lstStyle/>
        <a:p>
          <a:endParaRPr lang="en-US"/>
        </a:p>
      </dgm:t>
    </dgm:pt>
    <dgm:pt modelId="{3B24F06E-0DF6-9748-8654-B944A7018671}" type="sibTrans" cxnId="{FD16347B-730B-0840-8FE9-8676BBCEAB53}">
      <dgm:prSet/>
      <dgm:spPr/>
      <dgm:t>
        <a:bodyPr/>
        <a:lstStyle/>
        <a:p>
          <a:endParaRPr lang="en-US"/>
        </a:p>
      </dgm:t>
    </dgm:pt>
    <dgm:pt modelId="{B117308A-2CFF-8D44-8905-46DC0D4E9CC1}">
      <dgm:prSet phldrT="[Text]"/>
      <dgm:spPr>
        <a:solidFill>
          <a:schemeClr val="accent1">
            <a:lumMod val="75000"/>
          </a:schemeClr>
        </a:solidFill>
      </dgm:spPr>
      <dgm:t>
        <a:bodyPr/>
        <a:lstStyle/>
        <a:p>
          <a:r>
            <a:rPr lang="en-US" dirty="0"/>
            <a:t>SVC</a:t>
          </a:r>
        </a:p>
      </dgm:t>
    </dgm:pt>
    <dgm:pt modelId="{AC91E2B3-315A-EC42-AF7C-DE7F135B68EC}" type="parTrans" cxnId="{20DE0677-D6D8-0A4F-844F-129CFA213419}">
      <dgm:prSet/>
      <dgm:spPr/>
      <dgm:t>
        <a:bodyPr/>
        <a:lstStyle/>
        <a:p>
          <a:endParaRPr lang="en-US"/>
        </a:p>
      </dgm:t>
    </dgm:pt>
    <dgm:pt modelId="{96D37907-E776-2846-815A-F0CDFBC56423}" type="sibTrans" cxnId="{20DE0677-D6D8-0A4F-844F-129CFA213419}">
      <dgm:prSet/>
      <dgm:spPr/>
      <dgm:t>
        <a:bodyPr/>
        <a:lstStyle/>
        <a:p>
          <a:endParaRPr lang="en-US"/>
        </a:p>
      </dgm:t>
    </dgm:pt>
    <dgm:pt modelId="{A1E9AE19-6B86-CC48-9376-5AED5AF4FCEB}">
      <dgm:prSet/>
      <dgm:spPr/>
      <dgm:t>
        <a:bodyPr/>
        <a:lstStyle/>
        <a:p>
          <a:r>
            <a:rPr lang="en-US" b="0" i="0" u="none" strike="noStrike">
              <a:solidFill>
                <a:schemeClr val="tx1"/>
              </a:solidFill>
              <a:effectLst/>
              <a:latin typeface="PT Mono" panose="02060509020205020204" pitchFamily="49" charset="77"/>
            </a:rPr>
            <a:t>C: [0.001,0.1,1,10,100]</a:t>
          </a:r>
          <a:endParaRPr lang="en-US" b="0" i="0" u="none" strike="noStrike" dirty="0">
            <a:solidFill>
              <a:schemeClr val="tx1"/>
            </a:solidFill>
            <a:effectLst/>
            <a:latin typeface="PT Mono" panose="02060509020205020204" pitchFamily="49" charset="77"/>
          </a:endParaRPr>
        </a:p>
      </dgm:t>
    </dgm:pt>
    <dgm:pt modelId="{B59DF5C6-382F-1F48-8AD0-576CC6E916A0}" type="parTrans" cxnId="{0143A9C8-7314-464B-A799-8626486788FD}">
      <dgm:prSet/>
      <dgm:spPr/>
      <dgm:t>
        <a:bodyPr/>
        <a:lstStyle/>
        <a:p>
          <a:endParaRPr lang="en-US"/>
        </a:p>
      </dgm:t>
    </dgm:pt>
    <dgm:pt modelId="{6C672636-6B8F-3A48-9C6A-333C46DBD3E1}" type="sibTrans" cxnId="{0143A9C8-7314-464B-A799-8626486788FD}">
      <dgm:prSet/>
      <dgm:spPr/>
      <dgm:t>
        <a:bodyPr/>
        <a:lstStyle/>
        <a:p>
          <a:endParaRPr lang="en-US"/>
        </a:p>
      </dgm:t>
    </dgm:pt>
    <dgm:pt modelId="{86CF39FE-C63E-C349-9F81-0C4A156B2B81}">
      <dgm:prSet/>
      <dgm:spPr/>
      <dgm:t>
        <a:bodyPr/>
        <a:lstStyle/>
        <a:p>
          <a:r>
            <a:rPr lang="en-US" b="0" i="0" u="none" strike="noStrike">
              <a:solidFill>
                <a:schemeClr val="tx1"/>
              </a:solidFill>
              <a:effectLst/>
              <a:latin typeface="PT Mono" panose="02060509020205020204" pitchFamily="49" charset="77"/>
            </a:rPr>
            <a:t>Max_Iter: [1000,5000]</a:t>
          </a:r>
          <a:endParaRPr lang="en-US" b="0" i="0" u="none" strike="noStrike" dirty="0">
            <a:solidFill>
              <a:schemeClr val="tx1"/>
            </a:solidFill>
            <a:effectLst/>
            <a:latin typeface="PT Mono" panose="02060509020205020204" pitchFamily="49" charset="77"/>
          </a:endParaRPr>
        </a:p>
      </dgm:t>
    </dgm:pt>
    <dgm:pt modelId="{EDAD219A-E959-E641-9466-397563ADA6C2}" type="parTrans" cxnId="{B981C268-AFD6-1E47-B094-8FC1B1DEB6A8}">
      <dgm:prSet/>
      <dgm:spPr/>
      <dgm:t>
        <a:bodyPr/>
        <a:lstStyle/>
        <a:p>
          <a:endParaRPr lang="en-US"/>
        </a:p>
      </dgm:t>
    </dgm:pt>
    <dgm:pt modelId="{9D796BAA-F494-5741-B796-C0F03B151939}" type="sibTrans" cxnId="{B981C268-AFD6-1E47-B094-8FC1B1DEB6A8}">
      <dgm:prSet/>
      <dgm:spPr/>
      <dgm:t>
        <a:bodyPr/>
        <a:lstStyle/>
        <a:p>
          <a:endParaRPr lang="en-US"/>
        </a:p>
      </dgm:t>
    </dgm:pt>
    <dgm:pt modelId="{E0101445-6B36-D84F-BCC6-A4F74EF6EB50}">
      <dgm:prSet/>
      <dgm:spPr/>
      <dgm:t>
        <a:bodyPr/>
        <a:lstStyle/>
        <a:p>
          <a:r>
            <a:rPr lang="en-US" b="0" i="0" u="none" strike="noStrike" dirty="0" err="1">
              <a:solidFill>
                <a:schemeClr val="tx1"/>
              </a:solidFill>
              <a:effectLst/>
              <a:latin typeface="PT Mono" panose="02060509020205020204" pitchFamily="49" charset="77"/>
            </a:rPr>
            <a:t>Max_Depth</a:t>
          </a:r>
          <a:r>
            <a:rPr lang="en-US" b="0" i="0" u="none" strike="noStrike" dirty="0">
              <a:solidFill>
                <a:schemeClr val="tx1"/>
              </a:solidFill>
              <a:effectLst/>
              <a:latin typeface="PT Mono" panose="02060509020205020204" pitchFamily="49" charset="77"/>
            </a:rPr>
            <a:t>: [1, 3, 10]</a:t>
          </a:r>
        </a:p>
      </dgm:t>
    </dgm:pt>
    <dgm:pt modelId="{A53E9E3A-10FE-8848-A8A1-BFDB6E663478}" type="parTrans" cxnId="{3C06ACF9-9C8A-DE45-8543-917B429960C2}">
      <dgm:prSet/>
      <dgm:spPr/>
      <dgm:t>
        <a:bodyPr/>
        <a:lstStyle/>
        <a:p>
          <a:endParaRPr lang="en-US"/>
        </a:p>
      </dgm:t>
    </dgm:pt>
    <dgm:pt modelId="{ADBC489E-F093-BE4D-9243-84226521DD8C}" type="sibTrans" cxnId="{3C06ACF9-9C8A-DE45-8543-917B429960C2}">
      <dgm:prSet/>
      <dgm:spPr/>
      <dgm:t>
        <a:bodyPr/>
        <a:lstStyle/>
        <a:p>
          <a:endParaRPr lang="en-US"/>
        </a:p>
      </dgm:t>
    </dgm:pt>
    <dgm:pt modelId="{67921BE0-C919-CF48-8FEF-51DAB7C0CC92}">
      <dgm:prSet phldrT="[Text]"/>
      <dgm:spPr/>
      <dgm:t>
        <a:bodyPr/>
        <a:lstStyle/>
        <a:p>
          <a:r>
            <a:rPr lang="en-US" b="0" i="0" u="none" strike="noStrike">
              <a:solidFill>
                <a:schemeClr val="tx1"/>
              </a:solidFill>
              <a:effectLst/>
              <a:latin typeface="PT Mono" panose="02060509020205020204" pitchFamily="49" charset="77"/>
            </a:rPr>
            <a:t>C: [0.1, 0, 1]</a:t>
          </a:r>
          <a:endParaRPr lang="en-US" dirty="0"/>
        </a:p>
      </dgm:t>
    </dgm:pt>
    <dgm:pt modelId="{2C3BA3E1-0DAE-CA47-88F3-78C06C5C889F}" type="parTrans" cxnId="{105373B9-3BA7-8A45-A25D-B056EDCF53A0}">
      <dgm:prSet/>
      <dgm:spPr/>
      <dgm:t>
        <a:bodyPr/>
        <a:lstStyle/>
        <a:p>
          <a:endParaRPr lang="en-US"/>
        </a:p>
      </dgm:t>
    </dgm:pt>
    <dgm:pt modelId="{AB82AABB-920C-3C4A-A6A3-1D509EE60B92}" type="sibTrans" cxnId="{105373B9-3BA7-8A45-A25D-B056EDCF53A0}">
      <dgm:prSet/>
      <dgm:spPr/>
      <dgm:t>
        <a:bodyPr/>
        <a:lstStyle/>
        <a:p>
          <a:endParaRPr lang="en-US"/>
        </a:p>
      </dgm:t>
    </dgm:pt>
    <dgm:pt modelId="{15F9F8EE-42B6-714B-B2CB-D69578E8F50A}">
      <dgm:prSet/>
      <dgm:spPr/>
      <dgm:t>
        <a:bodyPr/>
        <a:lstStyle/>
        <a:p>
          <a:r>
            <a:rPr lang="en-US" b="0" i="0" u="none" strike="noStrike">
              <a:solidFill>
                <a:schemeClr val="tx1"/>
              </a:solidFill>
              <a:effectLst/>
              <a:latin typeface="PT Mono" panose="02060509020205020204" pitchFamily="49" charset="77"/>
            </a:rPr>
            <a:t>Gamma: [0.001, 0.1, 1, 1000]</a:t>
          </a:r>
          <a:endParaRPr lang="en-US" b="0" i="0" u="none" strike="noStrike" dirty="0">
            <a:solidFill>
              <a:schemeClr val="tx1"/>
            </a:solidFill>
            <a:effectLst/>
            <a:latin typeface="PT Mono" panose="02060509020205020204" pitchFamily="49" charset="77"/>
          </a:endParaRPr>
        </a:p>
      </dgm:t>
    </dgm:pt>
    <dgm:pt modelId="{0EC87942-8D1E-6B45-9958-AC5ADA2638D3}" type="parTrans" cxnId="{9DBD5505-A892-BF44-A059-3C7C67FC40F4}">
      <dgm:prSet/>
      <dgm:spPr/>
      <dgm:t>
        <a:bodyPr/>
        <a:lstStyle/>
        <a:p>
          <a:endParaRPr lang="en-US"/>
        </a:p>
      </dgm:t>
    </dgm:pt>
    <dgm:pt modelId="{F6A8CB8D-77E1-0B48-BE5B-5B9FB1C074D2}" type="sibTrans" cxnId="{9DBD5505-A892-BF44-A059-3C7C67FC40F4}">
      <dgm:prSet/>
      <dgm:spPr/>
      <dgm:t>
        <a:bodyPr/>
        <a:lstStyle/>
        <a:p>
          <a:endParaRPr lang="en-US"/>
        </a:p>
      </dgm:t>
    </dgm:pt>
    <dgm:pt modelId="{86A57907-0B70-2444-8098-1A6D9266C069}">
      <dgm:prSet/>
      <dgm:spPr/>
      <dgm:t>
        <a:bodyPr/>
        <a:lstStyle/>
        <a:p>
          <a:r>
            <a:rPr lang="en-US" b="0" i="0" u="none" strike="noStrike" dirty="0" err="1">
              <a:solidFill>
                <a:schemeClr val="tx1"/>
              </a:solidFill>
              <a:effectLst/>
              <a:latin typeface="PT Mono" panose="02060509020205020204" pitchFamily="49" charset="77"/>
            </a:rPr>
            <a:t>N_Estimators</a:t>
          </a:r>
          <a:r>
            <a:rPr lang="en-US" b="0" i="0" u="none" strike="noStrike" dirty="0">
              <a:solidFill>
                <a:schemeClr val="tx1"/>
              </a:solidFill>
              <a:effectLst/>
              <a:latin typeface="PT Mono" panose="02060509020205020204" pitchFamily="49" charset="77"/>
            </a:rPr>
            <a:t>: [50,100,500]</a:t>
          </a:r>
        </a:p>
      </dgm:t>
    </dgm:pt>
    <dgm:pt modelId="{641FDE20-8136-C94D-820E-FEDF10163149}" type="parTrans" cxnId="{5FF81C5D-B5AA-6E4C-ABB0-9972195018E6}">
      <dgm:prSet/>
      <dgm:spPr/>
      <dgm:t>
        <a:bodyPr/>
        <a:lstStyle/>
        <a:p>
          <a:endParaRPr lang="en-US"/>
        </a:p>
      </dgm:t>
    </dgm:pt>
    <dgm:pt modelId="{0523C6C8-B4BE-9043-8F0D-9DCC194B22D7}" type="sibTrans" cxnId="{5FF81C5D-B5AA-6E4C-ABB0-9972195018E6}">
      <dgm:prSet/>
      <dgm:spPr/>
      <dgm:t>
        <a:bodyPr/>
        <a:lstStyle/>
        <a:p>
          <a:endParaRPr lang="en-US"/>
        </a:p>
      </dgm:t>
    </dgm:pt>
    <dgm:pt modelId="{43CF56B5-9F60-BF4E-8DF7-DCEAEE5328CC}">
      <dgm:prSet/>
      <dgm:spPr/>
      <dgm:t>
        <a:bodyPr/>
        <a:lstStyle/>
        <a:p>
          <a:r>
            <a:rPr lang="en-US" b="0" i="0" u="none" strike="noStrike" dirty="0" err="1">
              <a:solidFill>
                <a:schemeClr val="tx1"/>
              </a:solidFill>
              <a:effectLst/>
              <a:latin typeface="PT Mono" panose="02060509020205020204" pitchFamily="49" charset="77"/>
            </a:rPr>
            <a:t>Max_Depth</a:t>
          </a:r>
          <a:r>
            <a:rPr lang="en-US" b="0" i="0" u="none" strike="noStrike" dirty="0">
              <a:solidFill>
                <a:schemeClr val="tx1"/>
              </a:solidFill>
              <a:effectLst/>
              <a:latin typeface="PT Mono" panose="02060509020205020204" pitchFamily="49" charset="77"/>
            </a:rPr>
            <a:t>: [1,3,10,30]</a:t>
          </a:r>
        </a:p>
      </dgm:t>
    </dgm:pt>
    <dgm:pt modelId="{E283360A-C63E-A849-88B3-EA8E0C43347F}" type="parTrans" cxnId="{9706BDEB-F0B0-F849-A83D-78CC55116702}">
      <dgm:prSet/>
      <dgm:spPr/>
      <dgm:t>
        <a:bodyPr/>
        <a:lstStyle/>
        <a:p>
          <a:endParaRPr lang="en-US"/>
        </a:p>
      </dgm:t>
    </dgm:pt>
    <dgm:pt modelId="{35102190-6B55-5645-B95F-E828E56398BA}" type="sibTrans" cxnId="{9706BDEB-F0B0-F849-A83D-78CC55116702}">
      <dgm:prSet/>
      <dgm:spPr/>
      <dgm:t>
        <a:bodyPr/>
        <a:lstStyle/>
        <a:p>
          <a:endParaRPr lang="en-US"/>
        </a:p>
      </dgm:t>
    </dgm:pt>
    <dgm:pt modelId="{07CBCD51-4DB8-C046-A982-C0924635B10B}">
      <dgm:prSet/>
      <dgm:spPr/>
      <dgm:t>
        <a:bodyPr/>
        <a:lstStyle/>
        <a:p>
          <a:r>
            <a:rPr lang="en-US" b="0" i="0" u="none" strike="noStrike" dirty="0" err="1">
              <a:solidFill>
                <a:schemeClr val="tx1"/>
              </a:solidFill>
              <a:effectLst/>
              <a:latin typeface="PT Mono" panose="02060509020205020204" pitchFamily="49" charset="77"/>
            </a:rPr>
            <a:t>Max_Features</a:t>
          </a:r>
          <a:r>
            <a:rPr lang="en-US" b="0" i="0" u="none" strike="noStrike" dirty="0">
              <a:solidFill>
                <a:schemeClr val="tx1"/>
              </a:solidFill>
              <a:effectLst/>
              <a:latin typeface="PT Mono" panose="02060509020205020204" pitchFamily="49" charset="77"/>
            </a:rPr>
            <a:t>: [0.5,0.75,1.0] </a:t>
          </a:r>
        </a:p>
      </dgm:t>
    </dgm:pt>
    <dgm:pt modelId="{82853724-CCA8-E840-B66E-2909C30AF9FA}" type="parTrans" cxnId="{8FE9B8B5-FE27-0E45-B95D-3DCAD5F297D1}">
      <dgm:prSet/>
      <dgm:spPr/>
    </dgm:pt>
    <dgm:pt modelId="{0162FDA2-E1EA-0749-A027-BB1C6AF60B7C}" type="sibTrans" cxnId="{8FE9B8B5-FE27-0E45-B95D-3DCAD5F297D1}">
      <dgm:prSet/>
      <dgm:spPr/>
    </dgm:pt>
    <dgm:pt modelId="{34BA7046-9240-6B44-B867-70C5B45CC028}" type="pres">
      <dgm:prSet presAssocID="{6FA89182-B28C-2340-A944-081438B69CF9}" presName="Name0" presStyleCnt="0">
        <dgm:presLayoutVars>
          <dgm:dir/>
          <dgm:animLvl val="lvl"/>
          <dgm:resizeHandles val="exact"/>
        </dgm:presLayoutVars>
      </dgm:prSet>
      <dgm:spPr/>
    </dgm:pt>
    <dgm:pt modelId="{3D627BA1-AB90-ED4D-ABCC-7211F3B7562C}" type="pres">
      <dgm:prSet presAssocID="{B9F72490-BC9A-044C-89D4-3A1FA62F8EF7}" presName="linNode" presStyleCnt="0"/>
      <dgm:spPr/>
    </dgm:pt>
    <dgm:pt modelId="{07D992B6-37CD-8B4C-BF17-6AE119EAFD25}" type="pres">
      <dgm:prSet presAssocID="{B9F72490-BC9A-044C-89D4-3A1FA62F8EF7}" presName="parentText" presStyleLbl="node1" presStyleIdx="0" presStyleCnt="4">
        <dgm:presLayoutVars>
          <dgm:chMax val="1"/>
          <dgm:bulletEnabled val="1"/>
        </dgm:presLayoutVars>
      </dgm:prSet>
      <dgm:spPr/>
    </dgm:pt>
    <dgm:pt modelId="{FFF5BCA0-F841-D149-8177-CA5670043D5F}" type="pres">
      <dgm:prSet presAssocID="{B9F72490-BC9A-044C-89D4-3A1FA62F8EF7}" presName="descendantText" presStyleLbl="alignAccFollowNode1" presStyleIdx="0" presStyleCnt="4">
        <dgm:presLayoutVars>
          <dgm:bulletEnabled val="1"/>
        </dgm:presLayoutVars>
      </dgm:prSet>
      <dgm:spPr/>
    </dgm:pt>
    <dgm:pt modelId="{939CDB86-87BD-5947-B60D-04F63596F127}" type="pres">
      <dgm:prSet presAssocID="{22B58791-F236-5741-BE54-EEDC8EC3A8EF}" presName="sp" presStyleCnt="0"/>
      <dgm:spPr/>
    </dgm:pt>
    <dgm:pt modelId="{043BE4EC-3499-7747-B4E6-29F15B1326F8}" type="pres">
      <dgm:prSet presAssocID="{94029C32-A938-D84D-8425-1C51007F0617}" presName="linNode" presStyleCnt="0"/>
      <dgm:spPr/>
    </dgm:pt>
    <dgm:pt modelId="{B6559476-D036-9E43-8EC3-0208A8FC29BF}" type="pres">
      <dgm:prSet presAssocID="{94029C32-A938-D84D-8425-1C51007F0617}" presName="parentText" presStyleLbl="node1" presStyleIdx="1" presStyleCnt="4">
        <dgm:presLayoutVars>
          <dgm:chMax val="1"/>
          <dgm:bulletEnabled val="1"/>
        </dgm:presLayoutVars>
      </dgm:prSet>
      <dgm:spPr/>
    </dgm:pt>
    <dgm:pt modelId="{F084EBB0-3E37-AA4C-A8CD-ECF254F6FD0F}" type="pres">
      <dgm:prSet presAssocID="{94029C32-A938-D84D-8425-1C51007F0617}" presName="descendantText" presStyleLbl="alignAccFollowNode1" presStyleIdx="1" presStyleCnt="4">
        <dgm:presLayoutVars>
          <dgm:bulletEnabled val="1"/>
        </dgm:presLayoutVars>
      </dgm:prSet>
      <dgm:spPr/>
    </dgm:pt>
    <dgm:pt modelId="{CFCF9CBE-F13F-0049-87B6-9A7E0CAF9D75}" type="pres">
      <dgm:prSet presAssocID="{E04ABE50-14ED-374E-A046-AFBF133B6F19}" presName="sp" presStyleCnt="0"/>
      <dgm:spPr/>
    </dgm:pt>
    <dgm:pt modelId="{9A8F2A71-0031-E54F-B6EE-68EEB6812D09}" type="pres">
      <dgm:prSet presAssocID="{9C0D2893-364E-6F4E-AD0A-ADF4D0808E53}" presName="linNode" presStyleCnt="0"/>
      <dgm:spPr/>
    </dgm:pt>
    <dgm:pt modelId="{4ADBC081-54C8-C241-96F2-9C13B91A816B}" type="pres">
      <dgm:prSet presAssocID="{9C0D2893-364E-6F4E-AD0A-ADF4D0808E53}" presName="parentText" presStyleLbl="node1" presStyleIdx="2" presStyleCnt="4">
        <dgm:presLayoutVars>
          <dgm:chMax val="1"/>
          <dgm:bulletEnabled val="1"/>
        </dgm:presLayoutVars>
      </dgm:prSet>
      <dgm:spPr/>
    </dgm:pt>
    <dgm:pt modelId="{B13398BC-AB2F-1149-8E70-2930660E60FC}" type="pres">
      <dgm:prSet presAssocID="{9C0D2893-364E-6F4E-AD0A-ADF4D0808E53}" presName="descendantText" presStyleLbl="alignAccFollowNode1" presStyleIdx="2" presStyleCnt="4">
        <dgm:presLayoutVars>
          <dgm:bulletEnabled val="1"/>
        </dgm:presLayoutVars>
      </dgm:prSet>
      <dgm:spPr/>
    </dgm:pt>
    <dgm:pt modelId="{057745EE-1704-F142-8D09-C2299751E6A6}" type="pres">
      <dgm:prSet presAssocID="{3B24F06E-0DF6-9748-8654-B944A7018671}" presName="sp" presStyleCnt="0"/>
      <dgm:spPr/>
    </dgm:pt>
    <dgm:pt modelId="{598A1081-176C-3645-89E2-F3E4479C0A09}" type="pres">
      <dgm:prSet presAssocID="{B117308A-2CFF-8D44-8905-46DC0D4E9CC1}" presName="linNode" presStyleCnt="0"/>
      <dgm:spPr/>
    </dgm:pt>
    <dgm:pt modelId="{9861611E-DFC4-CF43-8918-F3FB9FCECA80}" type="pres">
      <dgm:prSet presAssocID="{B117308A-2CFF-8D44-8905-46DC0D4E9CC1}" presName="parentText" presStyleLbl="node1" presStyleIdx="3" presStyleCnt="4">
        <dgm:presLayoutVars>
          <dgm:chMax val="1"/>
          <dgm:bulletEnabled val="1"/>
        </dgm:presLayoutVars>
      </dgm:prSet>
      <dgm:spPr/>
    </dgm:pt>
    <dgm:pt modelId="{A03EE472-DF5C-634A-B63B-5C63E2FC729B}" type="pres">
      <dgm:prSet presAssocID="{B117308A-2CFF-8D44-8905-46DC0D4E9CC1}" presName="descendantText" presStyleLbl="alignAccFollowNode1" presStyleIdx="3" presStyleCnt="4">
        <dgm:presLayoutVars>
          <dgm:bulletEnabled val="1"/>
        </dgm:presLayoutVars>
      </dgm:prSet>
      <dgm:spPr/>
    </dgm:pt>
  </dgm:ptLst>
  <dgm:cxnLst>
    <dgm:cxn modelId="{9DBD5505-A892-BF44-A059-3C7C67FC40F4}" srcId="{B117308A-2CFF-8D44-8905-46DC0D4E9CC1}" destId="{15F9F8EE-42B6-714B-B2CB-D69578E8F50A}" srcOrd="1" destOrd="0" parTransId="{0EC87942-8D1E-6B45-9958-AC5ADA2638D3}" sibTransId="{F6A8CB8D-77E1-0B48-BE5B-5B9FB1C074D2}"/>
    <dgm:cxn modelId="{197EF90B-10A4-3342-BB88-4371586301E7}" type="presOf" srcId="{A1E9AE19-6B86-CC48-9376-5AED5AF4FCEB}" destId="{F084EBB0-3E37-AA4C-A8CD-ECF254F6FD0F}" srcOrd="0" destOrd="0" presId="urn:microsoft.com/office/officeart/2005/8/layout/vList5"/>
    <dgm:cxn modelId="{3078AF2E-195C-9043-8A79-0830029A811D}" type="presOf" srcId="{07CBCD51-4DB8-C046-A982-C0924635B10B}" destId="{B13398BC-AB2F-1149-8E70-2930660E60FC}" srcOrd="0" destOrd="1" presId="urn:microsoft.com/office/officeart/2005/8/layout/vList5"/>
    <dgm:cxn modelId="{5FF81C5D-B5AA-6E4C-ABB0-9972195018E6}" srcId="{B9F72490-BC9A-044C-89D4-3A1FA62F8EF7}" destId="{86A57907-0B70-2444-8098-1A6D9266C069}" srcOrd="0" destOrd="0" parTransId="{641FDE20-8136-C94D-820E-FEDF10163149}" sibTransId="{0523C6C8-B4BE-9043-8F0D-9DCC194B22D7}"/>
    <dgm:cxn modelId="{3FC19E60-F361-5B42-8568-8C458E46145E}" type="presOf" srcId="{67921BE0-C919-CF48-8FEF-51DAB7C0CC92}" destId="{A03EE472-DF5C-634A-B63B-5C63E2FC729B}" srcOrd="0" destOrd="0" presId="urn:microsoft.com/office/officeart/2005/8/layout/vList5"/>
    <dgm:cxn modelId="{6BE41B67-826E-7D4B-B92C-A26CF606AAEF}" type="presOf" srcId="{B117308A-2CFF-8D44-8905-46DC0D4E9CC1}" destId="{9861611E-DFC4-CF43-8918-F3FB9FCECA80}" srcOrd="0" destOrd="0" presId="urn:microsoft.com/office/officeart/2005/8/layout/vList5"/>
    <dgm:cxn modelId="{B981C268-AFD6-1E47-B094-8FC1B1DEB6A8}" srcId="{94029C32-A938-D84D-8425-1C51007F0617}" destId="{86CF39FE-C63E-C349-9F81-0C4A156B2B81}" srcOrd="1" destOrd="0" parTransId="{EDAD219A-E959-E641-9466-397563ADA6C2}" sibTransId="{9D796BAA-F494-5741-B796-C0F03B151939}"/>
    <dgm:cxn modelId="{5522EC6D-F7AC-DF47-B85E-E85AFBD12AFF}" type="presOf" srcId="{15F9F8EE-42B6-714B-B2CB-D69578E8F50A}" destId="{A03EE472-DF5C-634A-B63B-5C63E2FC729B}" srcOrd="0" destOrd="1" presId="urn:microsoft.com/office/officeart/2005/8/layout/vList5"/>
    <dgm:cxn modelId="{20DE0677-D6D8-0A4F-844F-129CFA213419}" srcId="{6FA89182-B28C-2340-A944-081438B69CF9}" destId="{B117308A-2CFF-8D44-8905-46DC0D4E9CC1}" srcOrd="3" destOrd="0" parTransId="{AC91E2B3-315A-EC42-AF7C-DE7F135B68EC}" sibTransId="{96D37907-E776-2846-815A-F0CDFBC56423}"/>
    <dgm:cxn modelId="{FD16347B-730B-0840-8FE9-8676BBCEAB53}" srcId="{6FA89182-B28C-2340-A944-081438B69CF9}" destId="{9C0D2893-364E-6F4E-AD0A-ADF4D0808E53}" srcOrd="2" destOrd="0" parTransId="{BAE3A3D9-D813-2C46-BEF3-4389B326144A}" sibTransId="{3B24F06E-0DF6-9748-8654-B944A7018671}"/>
    <dgm:cxn modelId="{0459FB8B-AD23-F84A-8498-A0675454875F}" srcId="{6FA89182-B28C-2340-A944-081438B69CF9}" destId="{94029C32-A938-D84D-8425-1C51007F0617}" srcOrd="1" destOrd="0" parTransId="{67154CEB-5AE8-A241-A2D6-E4F2373CF7E5}" sibTransId="{E04ABE50-14ED-374E-A046-AFBF133B6F19}"/>
    <dgm:cxn modelId="{AF77648C-B673-4E4C-9A24-07F2DC0E4C2A}" type="presOf" srcId="{6FA89182-B28C-2340-A944-081438B69CF9}" destId="{34BA7046-9240-6B44-B867-70C5B45CC028}" srcOrd="0" destOrd="0" presId="urn:microsoft.com/office/officeart/2005/8/layout/vList5"/>
    <dgm:cxn modelId="{953552AD-33AA-BD40-BAC2-7F782A390AFF}" type="presOf" srcId="{43CF56B5-9F60-BF4E-8DF7-DCEAEE5328CC}" destId="{FFF5BCA0-F841-D149-8177-CA5670043D5F}" srcOrd="0" destOrd="1" presId="urn:microsoft.com/office/officeart/2005/8/layout/vList5"/>
    <dgm:cxn modelId="{8FE9B8B5-FE27-0E45-B95D-3DCAD5F297D1}" srcId="{9C0D2893-364E-6F4E-AD0A-ADF4D0808E53}" destId="{07CBCD51-4DB8-C046-A982-C0924635B10B}" srcOrd="1" destOrd="0" parTransId="{82853724-CCA8-E840-B66E-2909C30AF9FA}" sibTransId="{0162FDA2-E1EA-0749-A027-BB1C6AF60B7C}"/>
    <dgm:cxn modelId="{105373B9-3BA7-8A45-A25D-B056EDCF53A0}" srcId="{B117308A-2CFF-8D44-8905-46DC0D4E9CC1}" destId="{67921BE0-C919-CF48-8FEF-51DAB7C0CC92}" srcOrd="0" destOrd="0" parTransId="{2C3BA3E1-0DAE-CA47-88F3-78C06C5C889F}" sibTransId="{AB82AABB-920C-3C4A-A6A3-1D509EE60B92}"/>
    <dgm:cxn modelId="{44E5B1C4-E6CE-6741-A085-C62DA7764675}" type="presOf" srcId="{E0101445-6B36-D84F-BCC6-A4F74EF6EB50}" destId="{B13398BC-AB2F-1149-8E70-2930660E60FC}" srcOrd="0" destOrd="0" presId="urn:microsoft.com/office/officeart/2005/8/layout/vList5"/>
    <dgm:cxn modelId="{244247C5-1D8B-9B46-ADD2-600B3A5E60B4}" type="presOf" srcId="{94029C32-A938-D84D-8425-1C51007F0617}" destId="{B6559476-D036-9E43-8EC3-0208A8FC29BF}" srcOrd="0" destOrd="0" presId="urn:microsoft.com/office/officeart/2005/8/layout/vList5"/>
    <dgm:cxn modelId="{0143A9C8-7314-464B-A799-8626486788FD}" srcId="{94029C32-A938-D84D-8425-1C51007F0617}" destId="{A1E9AE19-6B86-CC48-9376-5AED5AF4FCEB}" srcOrd="0" destOrd="0" parTransId="{B59DF5C6-382F-1F48-8AD0-576CC6E916A0}" sibTransId="{6C672636-6B8F-3A48-9C6A-333C46DBD3E1}"/>
    <dgm:cxn modelId="{A420E4DC-1104-FA43-B364-0687D060469C}" type="presOf" srcId="{86CF39FE-C63E-C349-9F81-0C4A156B2B81}" destId="{F084EBB0-3E37-AA4C-A8CD-ECF254F6FD0F}" srcOrd="0" destOrd="1" presId="urn:microsoft.com/office/officeart/2005/8/layout/vList5"/>
    <dgm:cxn modelId="{5BD82AE3-B77E-6841-89E3-DEA3BF2EFDDE}" type="presOf" srcId="{9C0D2893-364E-6F4E-AD0A-ADF4D0808E53}" destId="{4ADBC081-54C8-C241-96F2-9C13B91A816B}" srcOrd="0" destOrd="0" presId="urn:microsoft.com/office/officeart/2005/8/layout/vList5"/>
    <dgm:cxn modelId="{9706BDEB-F0B0-F849-A83D-78CC55116702}" srcId="{B9F72490-BC9A-044C-89D4-3A1FA62F8EF7}" destId="{43CF56B5-9F60-BF4E-8DF7-DCEAEE5328CC}" srcOrd="1" destOrd="0" parTransId="{E283360A-C63E-A849-88B3-EA8E0C43347F}" sibTransId="{35102190-6B55-5645-B95F-E828E56398BA}"/>
    <dgm:cxn modelId="{1279A6F4-9008-8247-99C0-32D8F4E51A63}" type="presOf" srcId="{86A57907-0B70-2444-8098-1A6D9266C069}" destId="{FFF5BCA0-F841-D149-8177-CA5670043D5F}" srcOrd="0" destOrd="0" presId="urn:microsoft.com/office/officeart/2005/8/layout/vList5"/>
    <dgm:cxn modelId="{3C06ACF9-9C8A-DE45-8543-917B429960C2}" srcId="{9C0D2893-364E-6F4E-AD0A-ADF4D0808E53}" destId="{E0101445-6B36-D84F-BCC6-A4F74EF6EB50}" srcOrd="0" destOrd="0" parTransId="{A53E9E3A-10FE-8848-A8A1-BFDB6E663478}" sibTransId="{ADBC489E-F093-BE4D-9243-84226521DD8C}"/>
    <dgm:cxn modelId="{31F721FF-5B80-3348-A6E3-75BF1421E1F2}" srcId="{6FA89182-B28C-2340-A944-081438B69CF9}" destId="{B9F72490-BC9A-044C-89D4-3A1FA62F8EF7}" srcOrd="0" destOrd="0" parTransId="{D0FE1E12-73CE-BD46-BB81-A80F0BA1DBD7}" sibTransId="{22B58791-F236-5741-BE54-EEDC8EC3A8EF}"/>
    <dgm:cxn modelId="{4FF4DEFF-B4B9-8649-9896-97B4350F3FBC}" type="presOf" srcId="{B9F72490-BC9A-044C-89D4-3A1FA62F8EF7}" destId="{07D992B6-37CD-8B4C-BF17-6AE119EAFD25}" srcOrd="0" destOrd="0" presId="urn:microsoft.com/office/officeart/2005/8/layout/vList5"/>
    <dgm:cxn modelId="{C345071C-E8BD-9543-8FBC-077C261C30D3}" type="presParOf" srcId="{34BA7046-9240-6B44-B867-70C5B45CC028}" destId="{3D627BA1-AB90-ED4D-ABCC-7211F3B7562C}" srcOrd="0" destOrd="0" presId="urn:microsoft.com/office/officeart/2005/8/layout/vList5"/>
    <dgm:cxn modelId="{1AB2C99D-DA5B-144F-AE29-F4EF9E964514}" type="presParOf" srcId="{3D627BA1-AB90-ED4D-ABCC-7211F3B7562C}" destId="{07D992B6-37CD-8B4C-BF17-6AE119EAFD25}" srcOrd="0" destOrd="0" presId="urn:microsoft.com/office/officeart/2005/8/layout/vList5"/>
    <dgm:cxn modelId="{6BE06D63-18C5-DA47-8ADF-68EFA795E58B}" type="presParOf" srcId="{3D627BA1-AB90-ED4D-ABCC-7211F3B7562C}" destId="{FFF5BCA0-F841-D149-8177-CA5670043D5F}" srcOrd="1" destOrd="0" presId="urn:microsoft.com/office/officeart/2005/8/layout/vList5"/>
    <dgm:cxn modelId="{E385FDA8-D93F-6B4E-A56E-F8F829ECD5E3}" type="presParOf" srcId="{34BA7046-9240-6B44-B867-70C5B45CC028}" destId="{939CDB86-87BD-5947-B60D-04F63596F127}" srcOrd="1" destOrd="0" presId="urn:microsoft.com/office/officeart/2005/8/layout/vList5"/>
    <dgm:cxn modelId="{07CB1B07-A575-F14F-A98A-00D32C027F02}" type="presParOf" srcId="{34BA7046-9240-6B44-B867-70C5B45CC028}" destId="{043BE4EC-3499-7747-B4E6-29F15B1326F8}" srcOrd="2" destOrd="0" presId="urn:microsoft.com/office/officeart/2005/8/layout/vList5"/>
    <dgm:cxn modelId="{C2781792-D4EC-1646-BB52-D07BC1FD1EDC}" type="presParOf" srcId="{043BE4EC-3499-7747-B4E6-29F15B1326F8}" destId="{B6559476-D036-9E43-8EC3-0208A8FC29BF}" srcOrd="0" destOrd="0" presId="urn:microsoft.com/office/officeart/2005/8/layout/vList5"/>
    <dgm:cxn modelId="{9F951328-433A-BA40-9A70-B2A654C694DB}" type="presParOf" srcId="{043BE4EC-3499-7747-B4E6-29F15B1326F8}" destId="{F084EBB0-3E37-AA4C-A8CD-ECF254F6FD0F}" srcOrd="1" destOrd="0" presId="urn:microsoft.com/office/officeart/2005/8/layout/vList5"/>
    <dgm:cxn modelId="{725F30FD-1F6D-304F-9189-22A9F1EC1F03}" type="presParOf" srcId="{34BA7046-9240-6B44-B867-70C5B45CC028}" destId="{CFCF9CBE-F13F-0049-87B6-9A7E0CAF9D75}" srcOrd="3" destOrd="0" presId="urn:microsoft.com/office/officeart/2005/8/layout/vList5"/>
    <dgm:cxn modelId="{E10B06CE-5E86-1148-B0CC-A3688C53503E}" type="presParOf" srcId="{34BA7046-9240-6B44-B867-70C5B45CC028}" destId="{9A8F2A71-0031-E54F-B6EE-68EEB6812D09}" srcOrd="4" destOrd="0" presId="urn:microsoft.com/office/officeart/2005/8/layout/vList5"/>
    <dgm:cxn modelId="{2DACF263-31A1-E048-9FD0-3BB8716ED26D}" type="presParOf" srcId="{9A8F2A71-0031-E54F-B6EE-68EEB6812D09}" destId="{4ADBC081-54C8-C241-96F2-9C13B91A816B}" srcOrd="0" destOrd="0" presId="urn:microsoft.com/office/officeart/2005/8/layout/vList5"/>
    <dgm:cxn modelId="{BA8413A4-C1C3-534B-99E6-E1DD7E9897B7}" type="presParOf" srcId="{9A8F2A71-0031-E54F-B6EE-68EEB6812D09}" destId="{B13398BC-AB2F-1149-8E70-2930660E60FC}" srcOrd="1" destOrd="0" presId="urn:microsoft.com/office/officeart/2005/8/layout/vList5"/>
    <dgm:cxn modelId="{8E067036-7605-8449-ABD5-A28551414692}" type="presParOf" srcId="{34BA7046-9240-6B44-B867-70C5B45CC028}" destId="{057745EE-1704-F142-8D09-C2299751E6A6}" srcOrd="5" destOrd="0" presId="urn:microsoft.com/office/officeart/2005/8/layout/vList5"/>
    <dgm:cxn modelId="{016EF85C-AC0F-5E4F-BD8C-3C05870C24B2}" type="presParOf" srcId="{34BA7046-9240-6B44-B867-70C5B45CC028}" destId="{598A1081-176C-3645-89E2-F3E4479C0A09}" srcOrd="6" destOrd="0" presId="urn:microsoft.com/office/officeart/2005/8/layout/vList5"/>
    <dgm:cxn modelId="{FCC8007B-0ACF-9543-AA5C-6B2291BCD131}" type="presParOf" srcId="{598A1081-176C-3645-89E2-F3E4479C0A09}" destId="{9861611E-DFC4-CF43-8918-F3FB9FCECA80}" srcOrd="0" destOrd="0" presId="urn:microsoft.com/office/officeart/2005/8/layout/vList5"/>
    <dgm:cxn modelId="{75E2E681-0427-264C-9FFB-69A1C83B5342}" type="presParOf" srcId="{598A1081-176C-3645-89E2-F3E4479C0A09}" destId="{A03EE472-DF5C-634A-B63B-5C63E2FC729B}"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F5BCA0-F841-D149-8177-CA5670043D5F}">
      <dsp:nvSpPr>
        <dsp:cNvPr id="0" name=""/>
        <dsp:cNvSpPr/>
      </dsp:nvSpPr>
      <dsp:spPr>
        <a:xfrm rot="5400000">
          <a:off x="4981904" y="-1969144"/>
          <a:ext cx="956606" cy="513901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en-US" sz="2200" b="0" i="0" u="none" strike="noStrike" kern="1200" dirty="0" err="1">
              <a:solidFill>
                <a:schemeClr val="tx1"/>
              </a:solidFill>
              <a:effectLst/>
              <a:latin typeface="PT Mono" panose="02060509020205020204" pitchFamily="49" charset="77"/>
            </a:rPr>
            <a:t>N_Estimators</a:t>
          </a:r>
          <a:r>
            <a:rPr lang="en-US" sz="2200" b="0" i="0" u="none" strike="noStrike" kern="1200" dirty="0">
              <a:solidFill>
                <a:schemeClr val="tx1"/>
              </a:solidFill>
              <a:effectLst/>
              <a:latin typeface="PT Mono" panose="02060509020205020204" pitchFamily="49" charset="77"/>
            </a:rPr>
            <a:t>: [50,100,500]</a:t>
          </a:r>
        </a:p>
        <a:p>
          <a:pPr marL="228600" lvl="1" indent="-228600" algn="l" defTabSz="977900">
            <a:lnSpc>
              <a:spcPct val="90000"/>
            </a:lnSpc>
            <a:spcBef>
              <a:spcPct val="0"/>
            </a:spcBef>
            <a:spcAft>
              <a:spcPct val="15000"/>
            </a:spcAft>
            <a:buChar char="•"/>
          </a:pPr>
          <a:r>
            <a:rPr lang="en-US" sz="2200" b="0" i="0" u="none" strike="noStrike" kern="1200" dirty="0" err="1">
              <a:solidFill>
                <a:schemeClr val="tx1"/>
              </a:solidFill>
              <a:effectLst/>
              <a:latin typeface="PT Mono" panose="02060509020205020204" pitchFamily="49" charset="77"/>
            </a:rPr>
            <a:t>Max_Depth</a:t>
          </a:r>
          <a:r>
            <a:rPr lang="en-US" sz="2200" b="0" i="0" u="none" strike="noStrike" kern="1200" dirty="0">
              <a:solidFill>
                <a:schemeClr val="tx1"/>
              </a:solidFill>
              <a:effectLst/>
              <a:latin typeface="PT Mono" panose="02060509020205020204" pitchFamily="49" charset="77"/>
            </a:rPr>
            <a:t>: [1,3,10,30]</a:t>
          </a:r>
        </a:p>
      </dsp:txBody>
      <dsp:txXfrm rot="-5400000">
        <a:off x="2890698" y="168760"/>
        <a:ext cx="5092320" cy="863210"/>
      </dsp:txXfrm>
    </dsp:sp>
    <dsp:sp modelId="{07D992B6-37CD-8B4C-BF17-6AE119EAFD25}">
      <dsp:nvSpPr>
        <dsp:cNvPr id="0" name=""/>
        <dsp:cNvSpPr/>
      </dsp:nvSpPr>
      <dsp:spPr>
        <a:xfrm>
          <a:off x="0" y="2486"/>
          <a:ext cx="2890698" cy="1195757"/>
        </a:xfrm>
        <a:prstGeom prst="roundRect">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US" sz="3400" kern="1200" dirty="0" err="1"/>
            <a:t>XGBoost</a:t>
          </a:r>
          <a:endParaRPr lang="en-US" sz="3400" kern="1200" dirty="0"/>
        </a:p>
      </dsp:txBody>
      <dsp:txXfrm>
        <a:off x="58372" y="60858"/>
        <a:ext cx="2773954" cy="1079013"/>
      </dsp:txXfrm>
    </dsp:sp>
    <dsp:sp modelId="{F084EBB0-3E37-AA4C-A8CD-ECF254F6FD0F}">
      <dsp:nvSpPr>
        <dsp:cNvPr id="0" name=""/>
        <dsp:cNvSpPr/>
      </dsp:nvSpPr>
      <dsp:spPr>
        <a:xfrm rot="5400000">
          <a:off x="4981904" y="-713599"/>
          <a:ext cx="956606" cy="513901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en-US" sz="2200" b="0" i="0" u="none" strike="noStrike" kern="1200">
              <a:solidFill>
                <a:schemeClr val="tx1"/>
              </a:solidFill>
              <a:effectLst/>
              <a:latin typeface="PT Mono" panose="02060509020205020204" pitchFamily="49" charset="77"/>
            </a:rPr>
            <a:t>C: [0.001,0.1,1,10,100]</a:t>
          </a:r>
          <a:endParaRPr lang="en-US" sz="2200" b="0" i="0" u="none" strike="noStrike" kern="1200" dirty="0">
            <a:solidFill>
              <a:schemeClr val="tx1"/>
            </a:solidFill>
            <a:effectLst/>
            <a:latin typeface="PT Mono" panose="02060509020205020204" pitchFamily="49" charset="77"/>
          </a:endParaRPr>
        </a:p>
        <a:p>
          <a:pPr marL="228600" lvl="1" indent="-228600" algn="l" defTabSz="977900">
            <a:lnSpc>
              <a:spcPct val="90000"/>
            </a:lnSpc>
            <a:spcBef>
              <a:spcPct val="0"/>
            </a:spcBef>
            <a:spcAft>
              <a:spcPct val="15000"/>
            </a:spcAft>
            <a:buChar char="•"/>
          </a:pPr>
          <a:r>
            <a:rPr lang="en-US" sz="2200" b="0" i="0" u="none" strike="noStrike" kern="1200">
              <a:solidFill>
                <a:schemeClr val="tx1"/>
              </a:solidFill>
              <a:effectLst/>
              <a:latin typeface="PT Mono" panose="02060509020205020204" pitchFamily="49" charset="77"/>
            </a:rPr>
            <a:t>Max_Iter: [1000,5000]</a:t>
          </a:r>
          <a:endParaRPr lang="en-US" sz="2200" b="0" i="0" u="none" strike="noStrike" kern="1200" dirty="0">
            <a:solidFill>
              <a:schemeClr val="tx1"/>
            </a:solidFill>
            <a:effectLst/>
            <a:latin typeface="PT Mono" panose="02060509020205020204" pitchFamily="49" charset="77"/>
          </a:endParaRPr>
        </a:p>
      </dsp:txBody>
      <dsp:txXfrm rot="-5400000">
        <a:off x="2890698" y="1424305"/>
        <a:ext cx="5092320" cy="863210"/>
      </dsp:txXfrm>
    </dsp:sp>
    <dsp:sp modelId="{B6559476-D036-9E43-8EC3-0208A8FC29BF}">
      <dsp:nvSpPr>
        <dsp:cNvPr id="0" name=""/>
        <dsp:cNvSpPr/>
      </dsp:nvSpPr>
      <dsp:spPr>
        <a:xfrm>
          <a:off x="0" y="1258031"/>
          <a:ext cx="2890698" cy="1195757"/>
        </a:xfrm>
        <a:prstGeom prst="roundRect">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US" sz="3400" kern="1200" dirty="0"/>
            <a:t>Logistic Regression L2</a:t>
          </a:r>
        </a:p>
      </dsp:txBody>
      <dsp:txXfrm>
        <a:off x="58372" y="1316403"/>
        <a:ext cx="2773954" cy="1079013"/>
      </dsp:txXfrm>
    </dsp:sp>
    <dsp:sp modelId="{B13398BC-AB2F-1149-8E70-2930660E60FC}">
      <dsp:nvSpPr>
        <dsp:cNvPr id="0" name=""/>
        <dsp:cNvSpPr/>
      </dsp:nvSpPr>
      <dsp:spPr>
        <a:xfrm rot="5400000">
          <a:off x="4981904" y="541946"/>
          <a:ext cx="956606" cy="513901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en-US" sz="2200" b="0" i="0" u="none" strike="noStrike" kern="1200" dirty="0" err="1">
              <a:solidFill>
                <a:schemeClr val="tx1"/>
              </a:solidFill>
              <a:effectLst/>
              <a:latin typeface="PT Mono" panose="02060509020205020204" pitchFamily="49" charset="77"/>
            </a:rPr>
            <a:t>Max_Depth</a:t>
          </a:r>
          <a:r>
            <a:rPr lang="en-US" sz="2200" b="0" i="0" u="none" strike="noStrike" kern="1200" dirty="0">
              <a:solidFill>
                <a:schemeClr val="tx1"/>
              </a:solidFill>
              <a:effectLst/>
              <a:latin typeface="PT Mono" panose="02060509020205020204" pitchFamily="49" charset="77"/>
            </a:rPr>
            <a:t>: [1, 3, 10]</a:t>
          </a:r>
        </a:p>
        <a:p>
          <a:pPr marL="228600" lvl="1" indent="-228600" algn="l" defTabSz="977900">
            <a:lnSpc>
              <a:spcPct val="90000"/>
            </a:lnSpc>
            <a:spcBef>
              <a:spcPct val="0"/>
            </a:spcBef>
            <a:spcAft>
              <a:spcPct val="15000"/>
            </a:spcAft>
            <a:buChar char="•"/>
          </a:pPr>
          <a:r>
            <a:rPr lang="en-US" sz="2200" b="0" i="0" u="none" strike="noStrike" kern="1200" dirty="0" err="1">
              <a:solidFill>
                <a:schemeClr val="tx1"/>
              </a:solidFill>
              <a:effectLst/>
              <a:latin typeface="PT Mono" panose="02060509020205020204" pitchFamily="49" charset="77"/>
            </a:rPr>
            <a:t>Max_Features</a:t>
          </a:r>
          <a:r>
            <a:rPr lang="en-US" sz="2200" b="0" i="0" u="none" strike="noStrike" kern="1200" dirty="0">
              <a:solidFill>
                <a:schemeClr val="tx1"/>
              </a:solidFill>
              <a:effectLst/>
              <a:latin typeface="PT Mono" panose="02060509020205020204" pitchFamily="49" charset="77"/>
            </a:rPr>
            <a:t>: [0.5,0.75,1.0] </a:t>
          </a:r>
        </a:p>
      </dsp:txBody>
      <dsp:txXfrm rot="-5400000">
        <a:off x="2890698" y="2679850"/>
        <a:ext cx="5092320" cy="863210"/>
      </dsp:txXfrm>
    </dsp:sp>
    <dsp:sp modelId="{4ADBC081-54C8-C241-96F2-9C13B91A816B}">
      <dsp:nvSpPr>
        <dsp:cNvPr id="0" name=""/>
        <dsp:cNvSpPr/>
      </dsp:nvSpPr>
      <dsp:spPr>
        <a:xfrm>
          <a:off x="0" y="2513576"/>
          <a:ext cx="2890698" cy="1195757"/>
        </a:xfrm>
        <a:prstGeom prst="roundRect">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US" sz="3400" kern="1200" dirty="0"/>
            <a:t>Random Forest</a:t>
          </a:r>
        </a:p>
      </dsp:txBody>
      <dsp:txXfrm>
        <a:off x="58372" y="2571948"/>
        <a:ext cx="2773954" cy="1079013"/>
      </dsp:txXfrm>
    </dsp:sp>
    <dsp:sp modelId="{A03EE472-DF5C-634A-B63B-5C63E2FC729B}">
      <dsp:nvSpPr>
        <dsp:cNvPr id="0" name=""/>
        <dsp:cNvSpPr/>
      </dsp:nvSpPr>
      <dsp:spPr>
        <a:xfrm rot="5400000">
          <a:off x="4981904" y="1797491"/>
          <a:ext cx="956606" cy="513901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en-US" sz="2200" b="0" i="0" u="none" strike="noStrike" kern="1200">
              <a:solidFill>
                <a:schemeClr val="tx1"/>
              </a:solidFill>
              <a:effectLst/>
              <a:latin typeface="PT Mono" panose="02060509020205020204" pitchFamily="49" charset="77"/>
            </a:rPr>
            <a:t>C: [0.1, 0, 1]</a:t>
          </a:r>
          <a:endParaRPr lang="en-US" sz="2200" kern="1200" dirty="0"/>
        </a:p>
        <a:p>
          <a:pPr marL="228600" lvl="1" indent="-228600" algn="l" defTabSz="977900">
            <a:lnSpc>
              <a:spcPct val="90000"/>
            </a:lnSpc>
            <a:spcBef>
              <a:spcPct val="0"/>
            </a:spcBef>
            <a:spcAft>
              <a:spcPct val="15000"/>
            </a:spcAft>
            <a:buChar char="•"/>
          </a:pPr>
          <a:r>
            <a:rPr lang="en-US" sz="2200" b="0" i="0" u="none" strike="noStrike" kern="1200">
              <a:solidFill>
                <a:schemeClr val="tx1"/>
              </a:solidFill>
              <a:effectLst/>
              <a:latin typeface="PT Mono" panose="02060509020205020204" pitchFamily="49" charset="77"/>
            </a:rPr>
            <a:t>Gamma: [0.001, 0.1, 1, 1000]</a:t>
          </a:r>
          <a:endParaRPr lang="en-US" sz="2200" b="0" i="0" u="none" strike="noStrike" kern="1200" dirty="0">
            <a:solidFill>
              <a:schemeClr val="tx1"/>
            </a:solidFill>
            <a:effectLst/>
            <a:latin typeface="PT Mono" panose="02060509020205020204" pitchFamily="49" charset="77"/>
          </a:endParaRPr>
        </a:p>
      </dsp:txBody>
      <dsp:txXfrm rot="-5400000">
        <a:off x="2890698" y="3935395"/>
        <a:ext cx="5092320" cy="863210"/>
      </dsp:txXfrm>
    </dsp:sp>
    <dsp:sp modelId="{9861611E-DFC4-CF43-8918-F3FB9FCECA80}">
      <dsp:nvSpPr>
        <dsp:cNvPr id="0" name=""/>
        <dsp:cNvSpPr/>
      </dsp:nvSpPr>
      <dsp:spPr>
        <a:xfrm>
          <a:off x="0" y="3769122"/>
          <a:ext cx="2890698" cy="1195757"/>
        </a:xfrm>
        <a:prstGeom prst="roundRect">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US" sz="3400" kern="1200" dirty="0"/>
            <a:t>SVC</a:t>
          </a:r>
        </a:p>
      </dsp:txBody>
      <dsp:txXfrm>
        <a:off x="58372" y="3827494"/>
        <a:ext cx="2773954" cy="1079013"/>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368539-9367-0A4C-A0F4-2551E6963F31}" type="datetimeFigureOut">
              <a:rPr lang="en-US" smtClean="0"/>
              <a:t>12/10/23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E5C7A3-C40D-104A-96B8-0F58B7771AC9}" type="slidenum">
              <a:rPr lang="en-US" smtClean="0"/>
              <a:t>‹#›</a:t>
            </a:fld>
            <a:endParaRPr lang="en-US"/>
          </a:p>
        </p:txBody>
      </p:sp>
    </p:spTree>
    <p:extLst>
      <p:ext uri="{BB962C8B-B14F-4D97-AF65-F5344CB8AC3E}">
        <p14:creationId xmlns:p14="http://schemas.microsoft.com/office/powerpoint/2010/main" val="2529834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E5C7A3-C40D-104A-96B8-0F58B7771AC9}" type="slidenum">
              <a:rPr lang="en-US" smtClean="0"/>
              <a:t>2</a:t>
            </a:fld>
            <a:endParaRPr lang="en-US"/>
          </a:p>
        </p:txBody>
      </p:sp>
    </p:spTree>
    <p:extLst>
      <p:ext uri="{BB962C8B-B14F-4D97-AF65-F5344CB8AC3E}">
        <p14:creationId xmlns:p14="http://schemas.microsoft.com/office/powerpoint/2010/main" val="27877479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acceleration recorded includes gravitational acceleration toward the center of the Earth so that when the phone is at rest on a flat surface the vertical axis will register +-10. </a:t>
            </a:r>
          </a:p>
        </p:txBody>
      </p:sp>
      <p:sp>
        <p:nvSpPr>
          <p:cNvPr id="4" name="Slide Number Placeholder 3"/>
          <p:cNvSpPr>
            <a:spLocks noGrp="1"/>
          </p:cNvSpPr>
          <p:nvPr>
            <p:ph type="sldNum" sz="quarter" idx="5"/>
          </p:nvPr>
        </p:nvSpPr>
        <p:spPr/>
        <p:txBody>
          <a:bodyPr/>
          <a:lstStyle/>
          <a:p>
            <a:fld id="{B6E5C7A3-C40D-104A-96B8-0F58B7771AC9}" type="slidenum">
              <a:rPr lang="en-US" smtClean="0"/>
              <a:t>5</a:t>
            </a:fld>
            <a:endParaRPr lang="en-US"/>
          </a:p>
        </p:txBody>
      </p:sp>
    </p:spTree>
    <p:extLst>
      <p:ext uri="{BB962C8B-B14F-4D97-AF65-F5344CB8AC3E}">
        <p14:creationId xmlns:p14="http://schemas.microsoft.com/office/powerpoint/2010/main" val="35796765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Initially split 80-other, 20-test </a:t>
            </a:r>
          </a:p>
          <a:p>
            <a:r>
              <a:rPr lang="en-US" dirty="0"/>
              <a:t>Split other into 80-train, 20-val</a:t>
            </a:r>
          </a:p>
        </p:txBody>
      </p:sp>
      <p:sp>
        <p:nvSpPr>
          <p:cNvPr id="4" name="Slide Number Placeholder 3"/>
          <p:cNvSpPr>
            <a:spLocks noGrp="1"/>
          </p:cNvSpPr>
          <p:nvPr>
            <p:ph type="sldNum" sz="quarter" idx="5"/>
          </p:nvPr>
        </p:nvSpPr>
        <p:spPr/>
        <p:txBody>
          <a:bodyPr/>
          <a:lstStyle/>
          <a:p>
            <a:fld id="{B6E5C7A3-C40D-104A-96B8-0F58B7771AC9}" type="slidenum">
              <a:rPr lang="en-US" smtClean="0"/>
              <a:t>6</a:t>
            </a:fld>
            <a:endParaRPr lang="en-US"/>
          </a:p>
        </p:txBody>
      </p:sp>
    </p:spTree>
    <p:extLst>
      <p:ext uri="{BB962C8B-B14F-4D97-AF65-F5344CB8AC3E}">
        <p14:creationId xmlns:p14="http://schemas.microsoft.com/office/powerpoint/2010/main" val="4098903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E5C7A3-C40D-104A-96B8-0F58B7771AC9}" type="slidenum">
              <a:rPr lang="en-US" smtClean="0"/>
              <a:t>7</a:t>
            </a:fld>
            <a:endParaRPr lang="en-US"/>
          </a:p>
        </p:txBody>
      </p:sp>
    </p:spTree>
    <p:extLst>
      <p:ext uri="{BB962C8B-B14F-4D97-AF65-F5344CB8AC3E}">
        <p14:creationId xmlns:p14="http://schemas.microsoft.com/office/powerpoint/2010/main" val="3508062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Normalized by true-labels, row-wise</a:t>
            </a:r>
          </a:p>
          <a:p>
            <a:r>
              <a:rPr lang="en-US" b="0" i="0" dirty="0">
                <a:solidFill>
                  <a:srgbClr val="374151"/>
                </a:solidFill>
                <a:effectLst/>
                <a:latin typeface="Söhne"/>
              </a:rPr>
              <a:t>Divided each element by the sum of the values in its respective row. This way, the values in each row represent the proportion of instances for each true class classified into each predicted class.</a:t>
            </a:r>
          </a:p>
          <a:p>
            <a:r>
              <a:rPr lang="en-US" b="0" i="0" dirty="0">
                <a:solidFill>
                  <a:srgbClr val="374151"/>
                </a:solidFill>
                <a:effectLst/>
                <a:latin typeface="Söhne"/>
              </a:rPr>
              <a:t>Important because target data imbalance</a:t>
            </a:r>
            <a:endParaRPr lang="en-US" dirty="0"/>
          </a:p>
        </p:txBody>
      </p:sp>
      <p:sp>
        <p:nvSpPr>
          <p:cNvPr id="4" name="Slide Number Placeholder 3"/>
          <p:cNvSpPr>
            <a:spLocks noGrp="1"/>
          </p:cNvSpPr>
          <p:nvPr>
            <p:ph type="sldNum" sz="quarter" idx="5"/>
          </p:nvPr>
        </p:nvSpPr>
        <p:spPr/>
        <p:txBody>
          <a:bodyPr/>
          <a:lstStyle/>
          <a:p>
            <a:fld id="{B6E5C7A3-C40D-104A-96B8-0F58B7771AC9}" type="slidenum">
              <a:rPr lang="en-US" smtClean="0"/>
              <a:t>9</a:t>
            </a:fld>
            <a:endParaRPr lang="en-US"/>
          </a:p>
        </p:txBody>
      </p:sp>
    </p:spTree>
    <p:extLst>
      <p:ext uri="{BB962C8B-B14F-4D97-AF65-F5344CB8AC3E}">
        <p14:creationId xmlns:p14="http://schemas.microsoft.com/office/powerpoint/2010/main" val="5745133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Normalized by true-labels, row-wise</a:t>
            </a:r>
          </a:p>
          <a:p>
            <a:r>
              <a:rPr lang="en-US" b="0" i="0" dirty="0">
                <a:solidFill>
                  <a:srgbClr val="374151"/>
                </a:solidFill>
                <a:effectLst/>
                <a:latin typeface="Söhne"/>
              </a:rPr>
              <a:t>Divided each element by the sum of the values in its respective row. This way, the values in each row represent the proportion of instances for each true class classified into each predicted class.</a:t>
            </a:r>
          </a:p>
          <a:p>
            <a:r>
              <a:rPr lang="en-US" b="0" i="0" dirty="0">
                <a:solidFill>
                  <a:srgbClr val="374151"/>
                </a:solidFill>
                <a:effectLst/>
                <a:latin typeface="Söhne"/>
              </a:rPr>
              <a:t>Important because target data imbalance</a:t>
            </a:r>
            <a:endParaRPr lang="en-US" dirty="0"/>
          </a:p>
        </p:txBody>
      </p:sp>
      <p:sp>
        <p:nvSpPr>
          <p:cNvPr id="4" name="Slide Number Placeholder 3"/>
          <p:cNvSpPr>
            <a:spLocks noGrp="1"/>
          </p:cNvSpPr>
          <p:nvPr>
            <p:ph type="sldNum" sz="quarter" idx="5"/>
          </p:nvPr>
        </p:nvSpPr>
        <p:spPr/>
        <p:txBody>
          <a:bodyPr/>
          <a:lstStyle/>
          <a:p>
            <a:fld id="{B6E5C7A3-C40D-104A-96B8-0F58B7771AC9}" type="slidenum">
              <a:rPr lang="en-US" smtClean="0"/>
              <a:t>10</a:t>
            </a:fld>
            <a:endParaRPr lang="en-US"/>
          </a:p>
        </p:txBody>
      </p:sp>
    </p:spTree>
    <p:extLst>
      <p:ext uri="{BB962C8B-B14F-4D97-AF65-F5344CB8AC3E}">
        <p14:creationId xmlns:p14="http://schemas.microsoft.com/office/powerpoint/2010/main" val="32674721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tuned models are not providing significant improvement in accuracy over a simple baseline model. This may also suggest that the task is not very complex such that a simple model can capture the patterns of the data</a:t>
            </a:r>
          </a:p>
        </p:txBody>
      </p:sp>
      <p:sp>
        <p:nvSpPr>
          <p:cNvPr id="4" name="Slide Number Placeholder 3"/>
          <p:cNvSpPr>
            <a:spLocks noGrp="1"/>
          </p:cNvSpPr>
          <p:nvPr>
            <p:ph type="sldNum" sz="quarter" idx="5"/>
          </p:nvPr>
        </p:nvSpPr>
        <p:spPr/>
        <p:txBody>
          <a:bodyPr/>
          <a:lstStyle/>
          <a:p>
            <a:fld id="{B6E5C7A3-C40D-104A-96B8-0F58B7771AC9}" type="slidenum">
              <a:rPr lang="en-US" smtClean="0"/>
              <a:t>12</a:t>
            </a:fld>
            <a:endParaRPr lang="en-US"/>
          </a:p>
        </p:txBody>
      </p:sp>
    </p:spTree>
    <p:extLst>
      <p:ext uri="{BB962C8B-B14F-4D97-AF65-F5344CB8AC3E}">
        <p14:creationId xmlns:p14="http://schemas.microsoft.com/office/powerpoint/2010/main" val="2601801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E5C7A3-C40D-104A-96B8-0F58B7771AC9}" type="slidenum">
              <a:rPr lang="en-US" smtClean="0"/>
              <a:t>13</a:t>
            </a:fld>
            <a:endParaRPr lang="en-US"/>
          </a:p>
        </p:txBody>
      </p:sp>
    </p:spTree>
    <p:extLst>
      <p:ext uri="{BB962C8B-B14F-4D97-AF65-F5344CB8AC3E}">
        <p14:creationId xmlns:p14="http://schemas.microsoft.com/office/powerpoint/2010/main" val="181971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F0750-3A2D-2864-F3E8-C3AC6442CC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EEBFF0E-3522-C2EC-7B08-11D0B9D086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1F48B80-1501-1850-C742-DD1B0C597245}"/>
              </a:ext>
            </a:extLst>
          </p:cNvPr>
          <p:cNvSpPr>
            <a:spLocks noGrp="1"/>
          </p:cNvSpPr>
          <p:nvPr>
            <p:ph type="dt" sz="half" idx="10"/>
          </p:nvPr>
        </p:nvSpPr>
        <p:spPr/>
        <p:txBody>
          <a:bodyPr/>
          <a:lstStyle/>
          <a:p>
            <a:fld id="{0ECC7E0C-DD99-F148-B464-F8C822F71A1B}" type="datetimeFigureOut">
              <a:rPr lang="en-US" smtClean="0"/>
              <a:t>12/10/23</a:t>
            </a:fld>
            <a:endParaRPr lang="en-US"/>
          </a:p>
        </p:txBody>
      </p:sp>
      <p:sp>
        <p:nvSpPr>
          <p:cNvPr id="5" name="Footer Placeholder 4">
            <a:extLst>
              <a:ext uri="{FF2B5EF4-FFF2-40B4-BE49-F238E27FC236}">
                <a16:creationId xmlns:a16="http://schemas.microsoft.com/office/drawing/2014/main" id="{F446C162-FE1E-A97C-F948-B8D183D859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464570-6781-9A1A-69E6-E37EDB45BFD6}"/>
              </a:ext>
            </a:extLst>
          </p:cNvPr>
          <p:cNvSpPr>
            <a:spLocks noGrp="1"/>
          </p:cNvSpPr>
          <p:nvPr>
            <p:ph type="sldNum" sz="quarter" idx="12"/>
          </p:nvPr>
        </p:nvSpPr>
        <p:spPr/>
        <p:txBody>
          <a:bodyPr/>
          <a:lstStyle/>
          <a:p>
            <a:fld id="{91E61B1B-BCF7-234C-8BE3-D14FFE4C13A3}" type="slidenum">
              <a:rPr lang="en-US" smtClean="0"/>
              <a:t>‹#›</a:t>
            </a:fld>
            <a:endParaRPr lang="en-US"/>
          </a:p>
        </p:txBody>
      </p:sp>
    </p:spTree>
    <p:extLst>
      <p:ext uri="{BB962C8B-B14F-4D97-AF65-F5344CB8AC3E}">
        <p14:creationId xmlns:p14="http://schemas.microsoft.com/office/powerpoint/2010/main" val="4215226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6FA32-B1E3-DB70-74CE-EBA97DFA1C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6FF102-8BB1-8EC9-1960-FED495BB94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A72DFB-ED93-CEE1-2757-043132BB8ED3}"/>
              </a:ext>
            </a:extLst>
          </p:cNvPr>
          <p:cNvSpPr>
            <a:spLocks noGrp="1"/>
          </p:cNvSpPr>
          <p:nvPr>
            <p:ph type="dt" sz="half" idx="10"/>
          </p:nvPr>
        </p:nvSpPr>
        <p:spPr/>
        <p:txBody>
          <a:bodyPr/>
          <a:lstStyle/>
          <a:p>
            <a:fld id="{0ECC7E0C-DD99-F148-B464-F8C822F71A1B}" type="datetimeFigureOut">
              <a:rPr lang="en-US" smtClean="0"/>
              <a:t>12/10/23</a:t>
            </a:fld>
            <a:endParaRPr lang="en-US"/>
          </a:p>
        </p:txBody>
      </p:sp>
      <p:sp>
        <p:nvSpPr>
          <p:cNvPr id="5" name="Footer Placeholder 4">
            <a:extLst>
              <a:ext uri="{FF2B5EF4-FFF2-40B4-BE49-F238E27FC236}">
                <a16:creationId xmlns:a16="http://schemas.microsoft.com/office/drawing/2014/main" id="{3E43472A-3C40-E92F-C468-F4A68376DD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F76B9A-3978-3691-3328-7F8A72CDC727}"/>
              </a:ext>
            </a:extLst>
          </p:cNvPr>
          <p:cNvSpPr>
            <a:spLocks noGrp="1"/>
          </p:cNvSpPr>
          <p:nvPr>
            <p:ph type="sldNum" sz="quarter" idx="12"/>
          </p:nvPr>
        </p:nvSpPr>
        <p:spPr/>
        <p:txBody>
          <a:bodyPr/>
          <a:lstStyle/>
          <a:p>
            <a:fld id="{91E61B1B-BCF7-234C-8BE3-D14FFE4C13A3}" type="slidenum">
              <a:rPr lang="en-US" smtClean="0"/>
              <a:t>‹#›</a:t>
            </a:fld>
            <a:endParaRPr lang="en-US"/>
          </a:p>
        </p:txBody>
      </p:sp>
    </p:spTree>
    <p:extLst>
      <p:ext uri="{BB962C8B-B14F-4D97-AF65-F5344CB8AC3E}">
        <p14:creationId xmlns:p14="http://schemas.microsoft.com/office/powerpoint/2010/main" val="1363977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392EF-EA0F-B88F-11E8-F01ED493A6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4ADEC1A-DFE2-DD6B-FA09-172265D593D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3821F7-DA05-D866-DBA3-4D87CE014660}"/>
              </a:ext>
            </a:extLst>
          </p:cNvPr>
          <p:cNvSpPr>
            <a:spLocks noGrp="1"/>
          </p:cNvSpPr>
          <p:nvPr>
            <p:ph type="dt" sz="half" idx="10"/>
          </p:nvPr>
        </p:nvSpPr>
        <p:spPr/>
        <p:txBody>
          <a:bodyPr/>
          <a:lstStyle/>
          <a:p>
            <a:fld id="{0ECC7E0C-DD99-F148-B464-F8C822F71A1B}" type="datetimeFigureOut">
              <a:rPr lang="en-US" smtClean="0"/>
              <a:t>12/10/23</a:t>
            </a:fld>
            <a:endParaRPr lang="en-US"/>
          </a:p>
        </p:txBody>
      </p:sp>
      <p:sp>
        <p:nvSpPr>
          <p:cNvPr id="5" name="Footer Placeholder 4">
            <a:extLst>
              <a:ext uri="{FF2B5EF4-FFF2-40B4-BE49-F238E27FC236}">
                <a16:creationId xmlns:a16="http://schemas.microsoft.com/office/drawing/2014/main" id="{91589739-0EB2-9670-D6B9-702F2FFF42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B716F2-1453-00E6-2730-0DC065CC262F}"/>
              </a:ext>
            </a:extLst>
          </p:cNvPr>
          <p:cNvSpPr>
            <a:spLocks noGrp="1"/>
          </p:cNvSpPr>
          <p:nvPr>
            <p:ph type="sldNum" sz="quarter" idx="12"/>
          </p:nvPr>
        </p:nvSpPr>
        <p:spPr/>
        <p:txBody>
          <a:bodyPr/>
          <a:lstStyle/>
          <a:p>
            <a:fld id="{91E61B1B-BCF7-234C-8BE3-D14FFE4C13A3}" type="slidenum">
              <a:rPr lang="en-US" smtClean="0"/>
              <a:t>‹#›</a:t>
            </a:fld>
            <a:endParaRPr lang="en-US"/>
          </a:p>
        </p:txBody>
      </p:sp>
    </p:spTree>
    <p:extLst>
      <p:ext uri="{BB962C8B-B14F-4D97-AF65-F5344CB8AC3E}">
        <p14:creationId xmlns:p14="http://schemas.microsoft.com/office/powerpoint/2010/main" val="103652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9538A-F5F2-5851-C527-E25B591389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CD8C79-6B5A-43C7-2A2B-D616EC161B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EE5149-DD7F-A668-DEF0-9C9929AC72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3DC74B-ABB1-2E8B-7701-B7F0B16BFDA7}"/>
              </a:ext>
            </a:extLst>
          </p:cNvPr>
          <p:cNvSpPr>
            <a:spLocks noGrp="1"/>
          </p:cNvSpPr>
          <p:nvPr>
            <p:ph type="dt" sz="half" idx="10"/>
          </p:nvPr>
        </p:nvSpPr>
        <p:spPr/>
        <p:txBody>
          <a:bodyPr/>
          <a:lstStyle/>
          <a:p>
            <a:fld id="{0ECC7E0C-DD99-F148-B464-F8C822F71A1B}" type="datetimeFigureOut">
              <a:rPr lang="en-US" smtClean="0"/>
              <a:t>12/10/23</a:t>
            </a:fld>
            <a:endParaRPr lang="en-US"/>
          </a:p>
        </p:txBody>
      </p:sp>
      <p:sp>
        <p:nvSpPr>
          <p:cNvPr id="6" name="Footer Placeholder 5">
            <a:extLst>
              <a:ext uri="{FF2B5EF4-FFF2-40B4-BE49-F238E27FC236}">
                <a16:creationId xmlns:a16="http://schemas.microsoft.com/office/drawing/2014/main" id="{93B9977D-ADF4-AAD4-9811-1AF5D443B4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BC236B-73D2-44D5-D733-F09C06D5776D}"/>
              </a:ext>
            </a:extLst>
          </p:cNvPr>
          <p:cNvSpPr>
            <a:spLocks noGrp="1"/>
          </p:cNvSpPr>
          <p:nvPr>
            <p:ph type="sldNum" sz="quarter" idx="12"/>
          </p:nvPr>
        </p:nvSpPr>
        <p:spPr/>
        <p:txBody>
          <a:bodyPr/>
          <a:lstStyle/>
          <a:p>
            <a:fld id="{91E61B1B-BCF7-234C-8BE3-D14FFE4C13A3}" type="slidenum">
              <a:rPr lang="en-US" smtClean="0"/>
              <a:t>‹#›</a:t>
            </a:fld>
            <a:endParaRPr lang="en-US"/>
          </a:p>
        </p:txBody>
      </p:sp>
    </p:spTree>
    <p:extLst>
      <p:ext uri="{BB962C8B-B14F-4D97-AF65-F5344CB8AC3E}">
        <p14:creationId xmlns:p14="http://schemas.microsoft.com/office/powerpoint/2010/main" val="1508102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39A31-F3B8-7D03-5452-E4268D1D50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39A27E3-AE4D-F3D4-40FE-A36AF645A6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4DFFCC-E6FC-7A10-B176-AA9AE5FFCE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D92CCC-4F42-40EC-D955-E3BAD539F6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1C5961-051D-1DB6-C5CD-ADDE1EF1D2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2D5A33-D7CE-980B-8449-BCB6838955DA}"/>
              </a:ext>
            </a:extLst>
          </p:cNvPr>
          <p:cNvSpPr>
            <a:spLocks noGrp="1"/>
          </p:cNvSpPr>
          <p:nvPr>
            <p:ph type="dt" sz="half" idx="10"/>
          </p:nvPr>
        </p:nvSpPr>
        <p:spPr/>
        <p:txBody>
          <a:bodyPr/>
          <a:lstStyle/>
          <a:p>
            <a:fld id="{0ECC7E0C-DD99-F148-B464-F8C822F71A1B}" type="datetimeFigureOut">
              <a:rPr lang="en-US" smtClean="0"/>
              <a:t>12/10/23</a:t>
            </a:fld>
            <a:endParaRPr lang="en-US"/>
          </a:p>
        </p:txBody>
      </p:sp>
      <p:sp>
        <p:nvSpPr>
          <p:cNvPr id="8" name="Footer Placeholder 7">
            <a:extLst>
              <a:ext uri="{FF2B5EF4-FFF2-40B4-BE49-F238E27FC236}">
                <a16:creationId xmlns:a16="http://schemas.microsoft.com/office/drawing/2014/main" id="{E4B5130C-A193-C7E5-8170-8CA76ADA91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FB2774A-BECA-DBC2-D63B-DC2278A4809D}"/>
              </a:ext>
            </a:extLst>
          </p:cNvPr>
          <p:cNvSpPr>
            <a:spLocks noGrp="1"/>
          </p:cNvSpPr>
          <p:nvPr>
            <p:ph type="sldNum" sz="quarter" idx="12"/>
          </p:nvPr>
        </p:nvSpPr>
        <p:spPr/>
        <p:txBody>
          <a:bodyPr/>
          <a:lstStyle/>
          <a:p>
            <a:fld id="{91E61B1B-BCF7-234C-8BE3-D14FFE4C13A3}" type="slidenum">
              <a:rPr lang="en-US" smtClean="0"/>
              <a:t>‹#›</a:t>
            </a:fld>
            <a:endParaRPr lang="en-US"/>
          </a:p>
        </p:txBody>
      </p:sp>
    </p:spTree>
    <p:extLst>
      <p:ext uri="{BB962C8B-B14F-4D97-AF65-F5344CB8AC3E}">
        <p14:creationId xmlns:p14="http://schemas.microsoft.com/office/powerpoint/2010/main" val="1267073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1678B-AE72-3CC4-FD4C-AD1F1F26303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C5A69F-517B-F6E6-42D2-5077179ED375}"/>
              </a:ext>
            </a:extLst>
          </p:cNvPr>
          <p:cNvSpPr>
            <a:spLocks noGrp="1"/>
          </p:cNvSpPr>
          <p:nvPr>
            <p:ph type="dt" sz="half" idx="10"/>
          </p:nvPr>
        </p:nvSpPr>
        <p:spPr/>
        <p:txBody>
          <a:bodyPr/>
          <a:lstStyle/>
          <a:p>
            <a:fld id="{0ECC7E0C-DD99-F148-B464-F8C822F71A1B}" type="datetimeFigureOut">
              <a:rPr lang="en-US" smtClean="0"/>
              <a:t>12/10/23</a:t>
            </a:fld>
            <a:endParaRPr lang="en-US"/>
          </a:p>
        </p:txBody>
      </p:sp>
      <p:sp>
        <p:nvSpPr>
          <p:cNvPr id="4" name="Footer Placeholder 3">
            <a:extLst>
              <a:ext uri="{FF2B5EF4-FFF2-40B4-BE49-F238E27FC236}">
                <a16:creationId xmlns:a16="http://schemas.microsoft.com/office/drawing/2014/main" id="{164EA0D8-9D91-853C-3244-4A84262436D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89DE2ED-6BC2-A71B-2E0F-B1B3A802AD65}"/>
              </a:ext>
            </a:extLst>
          </p:cNvPr>
          <p:cNvSpPr>
            <a:spLocks noGrp="1"/>
          </p:cNvSpPr>
          <p:nvPr>
            <p:ph type="sldNum" sz="quarter" idx="12"/>
          </p:nvPr>
        </p:nvSpPr>
        <p:spPr/>
        <p:txBody>
          <a:bodyPr/>
          <a:lstStyle/>
          <a:p>
            <a:fld id="{91E61B1B-BCF7-234C-8BE3-D14FFE4C13A3}" type="slidenum">
              <a:rPr lang="en-US" smtClean="0"/>
              <a:t>‹#›</a:t>
            </a:fld>
            <a:endParaRPr lang="en-US"/>
          </a:p>
        </p:txBody>
      </p:sp>
    </p:spTree>
    <p:extLst>
      <p:ext uri="{BB962C8B-B14F-4D97-AF65-F5344CB8AC3E}">
        <p14:creationId xmlns:p14="http://schemas.microsoft.com/office/powerpoint/2010/main" val="1243336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6C4E39-AEC0-2433-7C38-4C727C7B1DC4}"/>
              </a:ext>
            </a:extLst>
          </p:cNvPr>
          <p:cNvSpPr>
            <a:spLocks noGrp="1"/>
          </p:cNvSpPr>
          <p:nvPr>
            <p:ph type="dt" sz="half" idx="10"/>
          </p:nvPr>
        </p:nvSpPr>
        <p:spPr/>
        <p:txBody>
          <a:bodyPr/>
          <a:lstStyle/>
          <a:p>
            <a:fld id="{0ECC7E0C-DD99-F148-B464-F8C822F71A1B}" type="datetimeFigureOut">
              <a:rPr lang="en-US" smtClean="0"/>
              <a:t>12/10/23</a:t>
            </a:fld>
            <a:endParaRPr lang="en-US"/>
          </a:p>
        </p:txBody>
      </p:sp>
      <p:sp>
        <p:nvSpPr>
          <p:cNvPr id="3" name="Footer Placeholder 2">
            <a:extLst>
              <a:ext uri="{FF2B5EF4-FFF2-40B4-BE49-F238E27FC236}">
                <a16:creationId xmlns:a16="http://schemas.microsoft.com/office/drawing/2014/main" id="{EB6C3C85-A7F6-BC27-C770-D82593745E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354D88-82B2-7637-240D-E39C8AE7414F}"/>
              </a:ext>
            </a:extLst>
          </p:cNvPr>
          <p:cNvSpPr>
            <a:spLocks noGrp="1"/>
          </p:cNvSpPr>
          <p:nvPr>
            <p:ph type="sldNum" sz="quarter" idx="12"/>
          </p:nvPr>
        </p:nvSpPr>
        <p:spPr/>
        <p:txBody>
          <a:bodyPr/>
          <a:lstStyle/>
          <a:p>
            <a:fld id="{91E61B1B-BCF7-234C-8BE3-D14FFE4C13A3}" type="slidenum">
              <a:rPr lang="en-US" smtClean="0"/>
              <a:t>‹#›</a:t>
            </a:fld>
            <a:endParaRPr lang="en-US"/>
          </a:p>
        </p:txBody>
      </p:sp>
    </p:spTree>
    <p:extLst>
      <p:ext uri="{BB962C8B-B14F-4D97-AF65-F5344CB8AC3E}">
        <p14:creationId xmlns:p14="http://schemas.microsoft.com/office/powerpoint/2010/main" val="825925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901C0-92AD-8259-CFC6-74B71C40AE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AE99559-729A-A4BD-FE44-0D0D26DCE2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87634D-8D93-EE91-14AE-BD2AF5CA95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AC64E-EC92-EE00-D626-9C59C967DCEA}"/>
              </a:ext>
            </a:extLst>
          </p:cNvPr>
          <p:cNvSpPr>
            <a:spLocks noGrp="1"/>
          </p:cNvSpPr>
          <p:nvPr>
            <p:ph type="dt" sz="half" idx="10"/>
          </p:nvPr>
        </p:nvSpPr>
        <p:spPr/>
        <p:txBody>
          <a:bodyPr/>
          <a:lstStyle/>
          <a:p>
            <a:fld id="{0ECC7E0C-DD99-F148-B464-F8C822F71A1B}" type="datetimeFigureOut">
              <a:rPr lang="en-US" smtClean="0"/>
              <a:t>12/10/23</a:t>
            </a:fld>
            <a:endParaRPr lang="en-US"/>
          </a:p>
        </p:txBody>
      </p:sp>
      <p:sp>
        <p:nvSpPr>
          <p:cNvPr id="6" name="Footer Placeholder 5">
            <a:extLst>
              <a:ext uri="{FF2B5EF4-FFF2-40B4-BE49-F238E27FC236}">
                <a16:creationId xmlns:a16="http://schemas.microsoft.com/office/drawing/2014/main" id="{EF8840E4-47F9-60F0-D47D-222A37A9E0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7D1AA8-68A2-6AE0-82A6-18B5C27B545B}"/>
              </a:ext>
            </a:extLst>
          </p:cNvPr>
          <p:cNvSpPr>
            <a:spLocks noGrp="1"/>
          </p:cNvSpPr>
          <p:nvPr>
            <p:ph type="sldNum" sz="quarter" idx="12"/>
          </p:nvPr>
        </p:nvSpPr>
        <p:spPr/>
        <p:txBody>
          <a:bodyPr/>
          <a:lstStyle/>
          <a:p>
            <a:fld id="{91E61B1B-BCF7-234C-8BE3-D14FFE4C13A3}" type="slidenum">
              <a:rPr lang="en-US" smtClean="0"/>
              <a:t>‹#›</a:t>
            </a:fld>
            <a:endParaRPr lang="en-US"/>
          </a:p>
        </p:txBody>
      </p:sp>
    </p:spTree>
    <p:extLst>
      <p:ext uri="{BB962C8B-B14F-4D97-AF65-F5344CB8AC3E}">
        <p14:creationId xmlns:p14="http://schemas.microsoft.com/office/powerpoint/2010/main" val="3359310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B21A4-E0D9-2821-7D63-4D3C306F7E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CD8265E-5B8D-5BF8-4CA9-05EFA0E7B0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1396ECA-1AC2-37B9-A669-9AA4FFBE41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0CFEDE-A74A-FC68-5F96-0011EB99D49C}"/>
              </a:ext>
            </a:extLst>
          </p:cNvPr>
          <p:cNvSpPr>
            <a:spLocks noGrp="1"/>
          </p:cNvSpPr>
          <p:nvPr>
            <p:ph type="dt" sz="half" idx="10"/>
          </p:nvPr>
        </p:nvSpPr>
        <p:spPr/>
        <p:txBody>
          <a:bodyPr/>
          <a:lstStyle/>
          <a:p>
            <a:fld id="{0ECC7E0C-DD99-F148-B464-F8C822F71A1B}" type="datetimeFigureOut">
              <a:rPr lang="en-US" smtClean="0"/>
              <a:t>12/10/23</a:t>
            </a:fld>
            <a:endParaRPr lang="en-US"/>
          </a:p>
        </p:txBody>
      </p:sp>
      <p:sp>
        <p:nvSpPr>
          <p:cNvPr id="6" name="Footer Placeholder 5">
            <a:extLst>
              <a:ext uri="{FF2B5EF4-FFF2-40B4-BE49-F238E27FC236}">
                <a16:creationId xmlns:a16="http://schemas.microsoft.com/office/drawing/2014/main" id="{EC30391E-B626-63BE-6663-E1BCB2219A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ED355D-A38B-8937-1FA6-78CD87245238}"/>
              </a:ext>
            </a:extLst>
          </p:cNvPr>
          <p:cNvSpPr>
            <a:spLocks noGrp="1"/>
          </p:cNvSpPr>
          <p:nvPr>
            <p:ph type="sldNum" sz="quarter" idx="12"/>
          </p:nvPr>
        </p:nvSpPr>
        <p:spPr/>
        <p:txBody>
          <a:bodyPr/>
          <a:lstStyle/>
          <a:p>
            <a:fld id="{91E61B1B-BCF7-234C-8BE3-D14FFE4C13A3}" type="slidenum">
              <a:rPr lang="en-US" smtClean="0"/>
              <a:t>‹#›</a:t>
            </a:fld>
            <a:endParaRPr lang="en-US"/>
          </a:p>
        </p:txBody>
      </p:sp>
    </p:spTree>
    <p:extLst>
      <p:ext uri="{BB962C8B-B14F-4D97-AF65-F5344CB8AC3E}">
        <p14:creationId xmlns:p14="http://schemas.microsoft.com/office/powerpoint/2010/main" val="82561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44F58-990F-799C-BB40-C1B59251F9D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97C9E4F-FCAF-59CB-8457-997DDAF6B7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DEE1A5-9CB4-BA2A-77FF-1C0F5071C7FC}"/>
              </a:ext>
            </a:extLst>
          </p:cNvPr>
          <p:cNvSpPr>
            <a:spLocks noGrp="1"/>
          </p:cNvSpPr>
          <p:nvPr>
            <p:ph type="dt" sz="half" idx="10"/>
          </p:nvPr>
        </p:nvSpPr>
        <p:spPr/>
        <p:txBody>
          <a:bodyPr/>
          <a:lstStyle/>
          <a:p>
            <a:fld id="{0ECC7E0C-DD99-F148-B464-F8C822F71A1B}" type="datetimeFigureOut">
              <a:rPr lang="en-US" smtClean="0"/>
              <a:t>12/10/23</a:t>
            </a:fld>
            <a:endParaRPr lang="en-US"/>
          </a:p>
        </p:txBody>
      </p:sp>
      <p:sp>
        <p:nvSpPr>
          <p:cNvPr id="5" name="Footer Placeholder 4">
            <a:extLst>
              <a:ext uri="{FF2B5EF4-FFF2-40B4-BE49-F238E27FC236}">
                <a16:creationId xmlns:a16="http://schemas.microsoft.com/office/drawing/2014/main" id="{DABF92D9-D943-0C32-62A1-CBB9454E32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EF0915-7FC6-ACA4-691A-40FF4D83321F}"/>
              </a:ext>
            </a:extLst>
          </p:cNvPr>
          <p:cNvSpPr>
            <a:spLocks noGrp="1"/>
          </p:cNvSpPr>
          <p:nvPr>
            <p:ph type="sldNum" sz="quarter" idx="12"/>
          </p:nvPr>
        </p:nvSpPr>
        <p:spPr/>
        <p:txBody>
          <a:bodyPr/>
          <a:lstStyle/>
          <a:p>
            <a:fld id="{91E61B1B-BCF7-234C-8BE3-D14FFE4C13A3}" type="slidenum">
              <a:rPr lang="en-US" smtClean="0"/>
              <a:t>‹#›</a:t>
            </a:fld>
            <a:endParaRPr lang="en-US"/>
          </a:p>
        </p:txBody>
      </p:sp>
    </p:spTree>
    <p:extLst>
      <p:ext uri="{BB962C8B-B14F-4D97-AF65-F5344CB8AC3E}">
        <p14:creationId xmlns:p14="http://schemas.microsoft.com/office/powerpoint/2010/main" val="3445669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EC4B6E-934B-AAED-33ED-5AD400B94D0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89334A-ACC0-F05E-A53D-2D3988BF22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AE1B2F-B9FE-CDB4-D8AD-B95FEDFCC0AD}"/>
              </a:ext>
            </a:extLst>
          </p:cNvPr>
          <p:cNvSpPr>
            <a:spLocks noGrp="1"/>
          </p:cNvSpPr>
          <p:nvPr>
            <p:ph type="dt" sz="half" idx="10"/>
          </p:nvPr>
        </p:nvSpPr>
        <p:spPr/>
        <p:txBody>
          <a:bodyPr/>
          <a:lstStyle/>
          <a:p>
            <a:fld id="{0ECC7E0C-DD99-F148-B464-F8C822F71A1B}" type="datetimeFigureOut">
              <a:rPr lang="en-US" smtClean="0"/>
              <a:t>12/10/23</a:t>
            </a:fld>
            <a:endParaRPr lang="en-US"/>
          </a:p>
        </p:txBody>
      </p:sp>
      <p:sp>
        <p:nvSpPr>
          <p:cNvPr id="5" name="Footer Placeholder 4">
            <a:extLst>
              <a:ext uri="{FF2B5EF4-FFF2-40B4-BE49-F238E27FC236}">
                <a16:creationId xmlns:a16="http://schemas.microsoft.com/office/drawing/2014/main" id="{768C60ED-AE37-2F31-B879-E4961DACB6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DD0540-2EED-9B0D-660E-9502335E2AAD}"/>
              </a:ext>
            </a:extLst>
          </p:cNvPr>
          <p:cNvSpPr>
            <a:spLocks noGrp="1"/>
          </p:cNvSpPr>
          <p:nvPr>
            <p:ph type="sldNum" sz="quarter" idx="12"/>
          </p:nvPr>
        </p:nvSpPr>
        <p:spPr/>
        <p:txBody>
          <a:bodyPr/>
          <a:lstStyle/>
          <a:p>
            <a:fld id="{91E61B1B-BCF7-234C-8BE3-D14FFE4C13A3}" type="slidenum">
              <a:rPr lang="en-US" smtClean="0"/>
              <a:t>‹#›</a:t>
            </a:fld>
            <a:endParaRPr lang="en-US"/>
          </a:p>
        </p:txBody>
      </p:sp>
    </p:spTree>
    <p:extLst>
      <p:ext uri="{BB962C8B-B14F-4D97-AF65-F5344CB8AC3E}">
        <p14:creationId xmlns:p14="http://schemas.microsoft.com/office/powerpoint/2010/main" val="703753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20CA9F-D8F2-E8A9-CAB5-4BE62A3F2A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206BC7-861F-1195-EA84-14606E8739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9A04CF-F579-EE52-5C41-64F866FA89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CC7E0C-DD99-F148-B464-F8C822F71A1B}" type="datetimeFigureOut">
              <a:rPr lang="en-US" smtClean="0"/>
              <a:t>12/10/23</a:t>
            </a:fld>
            <a:endParaRPr lang="en-US"/>
          </a:p>
        </p:txBody>
      </p:sp>
      <p:sp>
        <p:nvSpPr>
          <p:cNvPr id="5" name="Footer Placeholder 4">
            <a:extLst>
              <a:ext uri="{FF2B5EF4-FFF2-40B4-BE49-F238E27FC236}">
                <a16:creationId xmlns:a16="http://schemas.microsoft.com/office/drawing/2014/main" id="{0A9C6429-CE8B-490B-29B0-4D8458CFC7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EDA8060-04AB-CEC3-60F1-827D3F85C4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E61B1B-BCF7-234C-8BE3-D14FFE4C13A3}" type="slidenum">
              <a:rPr lang="en-US" smtClean="0"/>
              <a:t>‹#›</a:t>
            </a:fld>
            <a:endParaRPr lang="en-US"/>
          </a:p>
        </p:txBody>
      </p:sp>
    </p:spTree>
    <p:extLst>
      <p:ext uri="{BB962C8B-B14F-4D97-AF65-F5344CB8AC3E}">
        <p14:creationId xmlns:p14="http://schemas.microsoft.com/office/powerpoint/2010/main" val="2401626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 name="Rectangle 85">
            <a:extLst>
              <a:ext uri="{FF2B5EF4-FFF2-40B4-BE49-F238E27FC236}">
                <a16:creationId xmlns:a16="http://schemas.microsoft.com/office/drawing/2014/main" id="{FD4AD0ED-45F1-4AB2-8C18-7DED238A0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B7430622-9855-482E-98A8-1FAECC9090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8" name="Group 87">
            <a:extLst>
              <a:ext uri="{FF2B5EF4-FFF2-40B4-BE49-F238E27FC236}">
                <a16:creationId xmlns:a16="http://schemas.microsoft.com/office/drawing/2014/main" id="{715C76D5-716D-420A-ABDC-55BF6D9ED2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64" name="Oval 63">
              <a:extLst>
                <a:ext uri="{FF2B5EF4-FFF2-40B4-BE49-F238E27FC236}">
                  <a16:creationId xmlns:a16="http://schemas.microsoft.com/office/drawing/2014/main" id="{79875022-E2DB-4A9E-8832-E7009F0E4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DBFBDCA6-4D2C-451E-8205-8C334DCEE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E395B2B7-3263-461B-8800-669EBE884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A727DC78-6D51-415D-878D-516F840FB6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Oval 67">
              <a:extLst>
                <a:ext uri="{FF2B5EF4-FFF2-40B4-BE49-F238E27FC236}">
                  <a16:creationId xmlns:a16="http://schemas.microsoft.com/office/drawing/2014/main" id="{8405FB7A-34E4-454E-80C1-3AF31F6003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C56EC0F8-CE39-4C95-B52D-033DBF561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5BFDBB9-365B-F092-AF77-0D73D1BEB445}"/>
              </a:ext>
            </a:extLst>
          </p:cNvPr>
          <p:cNvSpPr>
            <a:spLocks noGrp="1"/>
          </p:cNvSpPr>
          <p:nvPr>
            <p:ph type="ctrTitle"/>
          </p:nvPr>
        </p:nvSpPr>
        <p:spPr>
          <a:xfrm>
            <a:off x="1275699" y="631373"/>
            <a:ext cx="9764853" cy="2819399"/>
          </a:xfrm>
          <a:noFill/>
        </p:spPr>
        <p:txBody>
          <a:bodyPr vert="horz" lIns="91440" tIns="45720" rIns="91440" bIns="45720" rtlCol="0" anchor="b">
            <a:normAutofit/>
          </a:bodyPr>
          <a:lstStyle/>
          <a:p>
            <a:pPr>
              <a:spcAft>
                <a:spcPts val="0"/>
              </a:spcAft>
            </a:pPr>
            <a:r>
              <a:rPr lang="en-US" sz="4000" b="1" dirty="0">
                <a:solidFill>
                  <a:schemeClr val="bg1"/>
                </a:solidFill>
                <a:effectLst/>
                <a:latin typeface="PT Mono" panose="02060509020205020204" pitchFamily="49" charset="77"/>
              </a:rPr>
              <a:t>Physical Activity</a:t>
            </a:r>
            <a:r>
              <a:rPr lang="en-US" sz="4000" b="1" kern="1200" dirty="0">
                <a:solidFill>
                  <a:schemeClr val="bg1"/>
                </a:solidFill>
                <a:latin typeface="PT Mono" panose="02060509020205020204" pitchFamily="49" charset="77"/>
              </a:rPr>
              <a:t> </a:t>
            </a:r>
            <a:r>
              <a:rPr lang="en-US" sz="4000" b="1" kern="1200" dirty="0">
                <a:solidFill>
                  <a:schemeClr val="bg1"/>
                </a:solidFill>
                <a:effectLst/>
                <a:latin typeface="PT Mono" panose="02060509020205020204" pitchFamily="49" charset="77"/>
              </a:rPr>
              <a:t>Classified by Tri-Axial Accelerometer </a:t>
            </a:r>
            <a:endParaRPr lang="en-US" sz="4000" b="1" kern="1200" dirty="0">
              <a:solidFill>
                <a:schemeClr val="bg1"/>
              </a:solidFill>
              <a:latin typeface="PT Mono" panose="02060509020205020204" pitchFamily="49" charset="77"/>
            </a:endParaRPr>
          </a:p>
        </p:txBody>
      </p:sp>
      <p:sp>
        <p:nvSpPr>
          <p:cNvPr id="3" name="Subtitle 2">
            <a:extLst>
              <a:ext uri="{FF2B5EF4-FFF2-40B4-BE49-F238E27FC236}">
                <a16:creationId xmlns:a16="http://schemas.microsoft.com/office/drawing/2014/main" id="{C8BF72D5-435C-C560-CA4B-A3CA3621E107}"/>
              </a:ext>
            </a:extLst>
          </p:cNvPr>
          <p:cNvSpPr>
            <a:spLocks noGrp="1"/>
          </p:cNvSpPr>
          <p:nvPr>
            <p:ph type="subTitle" idx="1"/>
          </p:nvPr>
        </p:nvSpPr>
        <p:spPr>
          <a:xfrm>
            <a:off x="2043325" y="3739747"/>
            <a:ext cx="8229600" cy="2607079"/>
          </a:xfrm>
          <a:noFill/>
        </p:spPr>
        <p:txBody>
          <a:bodyPr vert="horz" lIns="91440" tIns="45720" rIns="91440" bIns="45720" rtlCol="0" anchor="t">
            <a:normAutofit/>
          </a:bodyPr>
          <a:lstStyle/>
          <a:p>
            <a:r>
              <a:rPr lang="en-US" sz="2000" dirty="0">
                <a:solidFill>
                  <a:schemeClr val="bg1"/>
                </a:solidFill>
                <a:latin typeface="PT Mono" panose="02060509020205020204" pitchFamily="49" charset="77"/>
              </a:rPr>
              <a:t>Dominique Barnes </a:t>
            </a:r>
          </a:p>
          <a:p>
            <a:r>
              <a:rPr lang="en-US" sz="2000" dirty="0">
                <a:solidFill>
                  <a:schemeClr val="bg1"/>
                </a:solidFill>
                <a:latin typeface="PT Mono" panose="02060509020205020204" pitchFamily="49" charset="77"/>
              </a:rPr>
              <a:t>Data Science Institute </a:t>
            </a:r>
          </a:p>
          <a:p>
            <a:r>
              <a:rPr lang="en-US" sz="2000" dirty="0">
                <a:solidFill>
                  <a:schemeClr val="bg1"/>
                </a:solidFill>
                <a:latin typeface="PT Mono" panose="02060509020205020204" pitchFamily="49" charset="77"/>
              </a:rPr>
              <a:t>December 7</a:t>
            </a:r>
            <a:r>
              <a:rPr lang="en-US" sz="2000" baseline="30000" dirty="0">
                <a:solidFill>
                  <a:schemeClr val="bg1"/>
                </a:solidFill>
                <a:latin typeface="PT Mono" panose="02060509020205020204" pitchFamily="49" charset="77"/>
              </a:rPr>
              <a:t>th</a:t>
            </a:r>
            <a:r>
              <a:rPr lang="en-US" sz="2000" dirty="0">
                <a:solidFill>
                  <a:schemeClr val="bg1"/>
                </a:solidFill>
                <a:latin typeface="PT Mono" panose="02060509020205020204" pitchFamily="49" charset="77"/>
              </a:rPr>
              <a:t>, 2023</a:t>
            </a:r>
            <a:endParaRPr lang="en-US" sz="2000" baseline="30000" dirty="0">
              <a:solidFill>
                <a:schemeClr val="bg1"/>
              </a:solidFill>
              <a:latin typeface="PT Mono" panose="02060509020205020204" pitchFamily="49" charset="77"/>
            </a:endParaRPr>
          </a:p>
          <a:p>
            <a:r>
              <a:rPr lang="en-US" sz="2000" dirty="0">
                <a:solidFill>
                  <a:schemeClr val="bg1"/>
                </a:solidFill>
                <a:latin typeface="PT Mono" panose="02060509020205020204" pitchFamily="49" charset="77"/>
              </a:rPr>
              <a:t>https://</a:t>
            </a:r>
            <a:r>
              <a:rPr lang="en-US" sz="2000" dirty="0" err="1">
                <a:solidFill>
                  <a:schemeClr val="bg1"/>
                </a:solidFill>
                <a:latin typeface="PT Mono" panose="02060509020205020204" pitchFamily="49" charset="77"/>
              </a:rPr>
              <a:t>github.com</a:t>
            </a:r>
            <a:r>
              <a:rPr lang="en-US" sz="2000" dirty="0">
                <a:solidFill>
                  <a:schemeClr val="bg1"/>
                </a:solidFill>
                <a:latin typeface="PT Mono" panose="02060509020205020204" pitchFamily="49" charset="77"/>
              </a:rPr>
              <a:t>/dbarnes16/DATA1030-Final.git</a:t>
            </a:r>
          </a:p>
        </p:txBody>
      </p:sp>
      <p:sp>
        <p:nvSpPr>
          <p:cNvPr id="92" name="Rectangle 91">
            <a:extLst>
              <a:ext uri="{FF2B5EF4-FFF2-40B4-BE49-F238E27FC236}">
                <a16:creationId xmlns:a16="http://schemas.microsoft.com/office/drawing/2014/main" id="{73162FBC-1EE8-4355-8B2B-CB9A5B4BD5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3" name="Group 92">
            <a:extLst>
              <a:ext uri="{FF2B5EF4-FFF2-40B4-BE49-F238E27FC236}">
                <a16:creationId xmlns:a16="http://schemas.microsoft.com/office/drawing/2014/main" id="{C2940EF9-7ECF-49BA-8F14-5EBC7ADE07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74" name="Straight Connector 73">
              <a:extLst>
                <a:ext uri="{FF2B5EF4-FFF2-40B4-BE49-F238E27FC236}">
                  <a16:creationId xmlns:a16="http://schemas.microsoft.com/office/drawing/2014/main" id="{DF9A5AE3-5A1E-4528-BDC2-D32A66EFFD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039C6801-3BB8-4C41-9385-D9CE4F1485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8EA6929-FF51-4E95-8E16-80E9F371AE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BE91CBD-B19A-4299-90BD-CC3AB69766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96" name="Rectangle 95">
            <a:extLst>
              <a:ext uri="{FF2B5EF4-FFF2-40B4-BE49-F238E27FC236}">
                <a16:creationId xmlns:a16="http://schemas.microsoft.com/office/drawing/2014/main" id="{26CE109B-4241-4CF1-B587-868774BB4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a:extLst>
              <a:ext uri="{FF2B5EF4-FFF2-40B4-BE49-F238E27FC236}">
                <a16:creationId xmlns:a16="http://schemas.microsoft.com/office/drawing/2014/main" id="{DD107650-C271-404F-98D8-BB8E7E0306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82" name="Straight Connector 81">
              <a:extLst>
                <a:ext uri="{FF2B5EF4-FFF2-40B4-BE49-F238E27FC236}">
                  <a16:creationId xmlns:a16="http://schemas.microsoft.com/office/drawing/2014/main" id="{41F01725-EDBB-493E-A610-EF9ACBABB2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C8E2A80-F420-488D-AE39-E20BC61B19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58A20B2-85E4-4C64-A75F-376DA772A4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88BDCE8-2392-4F5E-B6B4-AD19C903B9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462227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 name="Rectangle 85">
            <a:extLst>
              <a:ext uri="{FF2B5EF4-FFF2-40B4-BE49-F238E27FC236}">
                <a16:creationId xmlns:a16="http://schemas.microsoft.com/office/drawing/2014/main" id="{FD4AD0ED-45F1-4AB2-8C18-7DED238A0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B7430622-9855-482E-98A8-1FAECC9090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8" name="Group 87">
            <a:extLst>
              <a:ext uri="{FF2B5EF4-FFF2-40B4-BE49-F238E27FC236}">
                <a16:creationId xmlns:a16="http://schemas.microsoft.com/office/drawing/2014/main" id="{715C76D5-716D-420A-ABDC-55BF6D9ED2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64" name="Oval 63">
              <a:extLst>
                <a:ext uri="{FF2B5EF4-FFF2-40B4-BE49-F238E27FC236}">
                  <a16:creationId xmlns:a16="http://schemas.microsoft.com/office/drawing/2014/main" id="{79875022-E2DB-4A9E-8832-E7009F0E4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DBFBDCA6-4D2C-451E-8205-8C334DCEE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E395B2B7-3263-461B-8800-669EBE884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A727DC78-6D51-415D-878D-516F840FB6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Oval 67">
              <a:extLst>
                <a:ext uri="{FF2B5EF4-FFF2-40B4-BE49-F238E27FC236}">
                  <a16:creationId xmlns:a16="http://schemas.microsoft.com/office/drawing/2014/main" id="{8405FB7A-34E4-454E-80C1-3AF31F6003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C56EC0F8-CE39-4C95-B52D-033DBF561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2" name="Rectangle 91">
            <a:extLst>
              <a:ext uri="{FF2B5EF4-FFF2-40B4-BE49-F238E27FC236}">
                <a16:creationId xmlns:a16="http://schemas.microsoft.com/office/drawing/2014/main" id="{73162FBC-1EE8-4355-8B2B-CB9A5B4BD5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3" name="Group 92">
            <a:extLst>
              <a:ext uri="{FF2B5EF4-FFF2-40B4-BE49-F238E27FC236}">
                <a16:creationId xmlns:a16="http://schemas.microsoft.com/office/drawing/2014/main" id="{C2940EF9-7ECF-49BA-8F14-5EBC7ADE07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74" name="Straight Connector 73">
              <a:extLst>
                <a:ext uri="{FF2B5EF4-FFF2-40B4-BE49-F238E27FC236}">
                  <a16:creationId xmlns:a16="http://schemas.microsoft.com/office/drawing/2014/main" id="{DF9A5AE3-5A1E-4528-BDC2-D32A66EFFD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039C6801-3BB8-4C41-9385-D9CE4F1485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8EA6929-FF51-4E95-8E16-80E9F371AE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BE91CBD-B19A-4299-90BD-CC3AB69766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96" name="Rectangle 95">
            <a:extLst>
              <a:ext uri="{FF2B5EF4-FFF2-40B4-BE49-F238E27FC236}">
                <a16:creationId xmlns:a16="http://schemas.microsoft.com/office/drawing/2014/main" id="{26CE109B-4241-4CF1-B587-868774BB4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a:extLst>
              <a:ext uri="{FF2B5EF4-FFF2-40B4-BE49-F238E27FC236}">
                <a16:creationId xmlns:a16="http://schemas.microsoft.com/office/drawing/2014/main" id="{DD107650-C271-404F-98D8-BB8E7E0306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82" name="Straight Connector 81">
              <a:extLst>
                <a:ext uri="{FF2B5EF4-FFF2-40B4-BE49-F238E27FC236}">
                  <a16:creationId xmlns:a16="http://schemas.microsoft.com/office/drawing/2014/main" id="{41F01725-EDBB-493E-A610-EF9ACBABB2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C8E2A80-F420-488D-AE39-E20BC61B19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58A20B2-85E4-4C64-A75F-376DA772A4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88BDCE8-2392-4F5E-B6B4-AD19C903B9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10" name="Title 1">
            <a:extLst>
              <a:ext uri="{FF2B5EF4-FFF2-40B4-BE49-F238E27FC236}">
                <a16:creationId xmlns:a16="http://schemas.microsoft.com/office/drawing/2014/main" id="{CBAC55CF-B636-0F49-85DF-C843EC230584}"/>
              </a:ext>
            </a:extLst>
          </p:cNvPr>
          <p:cNvSpPr txBox="1">
            <a:spLocks/>
          </p:cNvSpPr>
          <p:nvPr/>
        </p:nvSpPr>
        <p:spPr>
          <a:xfrm>
            <a:off x="838200" y="365125"/>
            <a:ext cx="10515600" cy="1325563"/>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a:solidFill>
                  <a:schemeClr val="bg1"/>
                </a:solidFill>
                <a:latin typeface="PT Mono" panose="02060509020205020204" pitchFamily="49" charset="77"/>
              </a:rPr>
              <a:t>Introduction</a:t>
            </a:r>
          </a:p>
          <a:p>
            <a:r>
              <a:rPr lang="en-US" sz="3000" b="1" dirty="0">
                <a:solidFill>
                  <a:schemeClr val="bg1"/>
                </a:solidFill>
                <a:latin typeface="PT Mono" panose="02060509020205020204" pitchFamily="49" charset="77"/>
              </a:rPr>
              <a:t>Dataset</a:t>
            </a:r>
          </a:p>
        </p:txBody>
      </p:sp>
      <p:sp>
        <p:nvSpPr>
          <p:cNvPr id="15" name="TextBox 14">
            <a:extLst>
              <a:ext uri="{FF2B5EF4-FFF2-40B4-BE49-F238E27FC236}">
                <a16:creationId xmlns:a16="http://schemas.microsoft.com/office/drawing/2014/main" id="{67D53659-B70C-AB2F-8834-5544DFF4953C}"/>
              </a:ext>
            </a:extLst>
          </p:cNvPr>
          <p:cNvSpPr txBox="1"/>
          <p:nvPr/>
        </p:nvSpPr>
        <p:spPr>
          <a:xfrm>
            <a:off x="583744" y="1894854"/>
            <a:ext cx="10770056" cy="2985433"/>
          </a:xfrm>
          <a:prstGeom prst="rect">
            <a:avLst/>
          </a:prstGeom>
          <a:noFill/>
        </p:spPr>
        <p:txBody>
          <a:bodyPr wrap="square" rtlCol="0">
            <a:spAutoFit/>
          </a:bodyPr>
          <a:lstStyle/>
          <a:p>
            <a:pPr marL="285750" indent="-285750">
              <a:buFont typeface="Arial" panose="020B0604020202020204" pitchFamily="34" charset="0"/>
              <a:buChar char="•"/>
            </a:pPr>
            <a:r>
              <a:rPr lang="en-US" sz="3200" dirty="0">
                <a:solidFill>
                  <a:schemeClr val="bg1"/>
                </a:solidFill>
                <a:latin typeface="PT Mono" panose="02060509020205020204" pitchFamily="49" charset="77"/>
              </a:rPr>
              <a:t>Kaggle dataset: </a:t>
            </a:r>
            <a:r>
              <a:rPr lang="en-US" sz="2800" dirty="0">
                <a:solidFill>
                  <a:schemeClr val="bg1"/>
                </a:solidFill>
                <a:latin typeface="PT Mono" panose="02060509020205020204" pitchFamily="49" charset="77"/>
              </a:rPr>
              <a:t>Activity-Detection-IMU-Sensor</a:t>
            </a:r>
            <a:r>
              <a:rPr lang="en-US" sz="2400" dirty="0">
                <a:solidFill>
                  <a:schemeClr val="bg1"/>
                </a:solidFill>
                <a:latin typeface="PT Mono" panose="02060509020205020204" pitchFamily="49" charset="77"/>
              </a:rPr>
              <a:t> </a:t>
            </a:r>
          </a:p>
          <a:p>
            <a:pPr marL="285750" indent="-285750">
              <a:buFont typeface="Arial" panose="020B0604020202020204" pitchFamily="34" charset="0"/>
              <a:buChar char="•"/>
            </a:pPr>
            <a:r>
              <a:rPr lang="en-US" sz="3200" dirty="0">
                <a:solidFill>
                  <a:schemeClr val="bg1"/>
                </a:solidFill>
                <a:latin typeface="PT Mono" panose="02060509020205020204" pitchFamily="49" charset="77"/>
              </a:rPr>
              <a:t>Wireless Sensor Data Mining (WISDM) Lab</a:t>
            </a:r>
          </a:p>
          <a:p>
            <a:pPr marL="742950" lvl="1" indent="-285750">
              <a:buFont typeface="Arial" panose="020B0604020202020204" pitchFamily="34" charset="0"/>
              <a:buChar char="•"/>
            </a:pPr>
            <a:r>
              <a:rPr lang="en-US" sz="2800" dirty="0">
                <a:solidFill>
                  <a:schemeClr val="bg1"/>
                </a:solidFill>
                <a:latin typeface="PT Mono" panose="02060509020205020204" pitchFamily="49" charset="77"/>
              </a:rPr>
              <a:t>Fordham University</a:t>
            </a:r>
            <a:endParaRPr lang="en-US" sz="3200" b="1" u="sng" dirty="0">
              <a:solidFill>
                <a:schemeClr val="bg1"/>
              </a:solidFill>
              <a:latin typeface="PT Mono" panose="02060509020205020204" pitchFamily="49" charset="77"/>
            </a:endParaRPr>
          </a:p>
          <a:p>
            <a:pPr marL="285750" indent="-285750">
              <a:buFont typeface="Arial" panose="020B0604020202020204" pitchFamily="34" charset="0"/>
              <a:buChar char="•"/>
            </a:pPr>
            <a:r>
              <a:rPr lang="en-US" sz="3200" b="1" u="sng" dirty="0">
                <a:solidFill>
                  <a:schemeClr val="bg1"/>
                </a:solidFill>
                <a:latin typeface="PT Mono" panose="02060509020205020204" pitchFamily="49" charset="77"/>
              </a:rPr>
              <a:t>29</a:t>
            </a:r>
            <a:r>
              <a:rPr lang="en-US" sz="3200" dirty="0">
                <a:solidFill>
                  <a:schemeClr val="bg1"/>
                </a:solidFill>
                <a:latin typeface="PT Mono" panose="02060509020205020204" pitchFamily="49" charset="77"/>
              </a:rPr>
              <a:t> volunteer subjects </a:t>
            </a:r>
          </a:p>
          <a:p>
            <a:endParaRPr lang="en-US" sz="3200" dirty="0">
              <a:solidFill>
                <a:schemeClr val="bg1"/>
              </a:solidFill>
              <a:latin typeface="PT Mono" panose="02060509020205020204" pitchFamily="49" charset="77"/>
            </a:endParaRPr>
          </a:p>
          <a:p>
            <a:endParaRPr lang="en-US" sz="3200" dirty="0">
              <a:solidFill>
                <a:schemeClr val="bg1"/>
              </a:solidFill>
              <a:latin typeface="PT Mono" panose="02060509020205020204" pitchFamily="49" charset="77"/>
            </a:endParaRPr>
          </a:p>
        </p:txBody>
      </p:sp>
      <p:pic>
        <p:nvPicPr>
          <p:cNvPr id="2" name="Picture 1">
            <a:extLst>
              <a:ext uri="{FF2B5EF4-FFF2-40B4-BE49-F238E27FC236}">
                <a16:creationId xmlns:a16="http://schemas.microsoft.com/office/drawing/2014/main" id="{39B3F7EF-60D5-675A-A0F3-C832867826D5}"/>
              </a:ext>
            </a:extLst>
          </p:cNvPr>
          <p:cNvPicPr>
            <a:picLocks noChangeAspect="1"/>
          </p:cNvPicPr>
          <p:nvPr/>
        </p:nvPicPr>
        <p:blipFill rotWithShape="1">
          <a:blip r:embed="rId3"/>
          <a:srcRect t="10062"/>
          <a:stretch/>
        </p:blipFill>
        <p:spPr>
          <a:xfrm>
            <a:off x="2209797" y="4121972"/>
            <a:ext cx="7772400" cy="2155905"/>
          </a:xfrm>
          <a:prstGeom prst="rect">
            <a:avLst/>
          </a:prstGeom>
        </p:spPr>
      </p:pic>
      <p:sp>
        <p:nvSpPr>
          <p:cNvPr id="4" name="TextBox 3">
            <a:extLst>
              <a:ext uri="{FF2B5EF4-FFF2-40B4-BE49-F238E27FC236}">
                <a16:creationId xmlns:a16="http://schemas.microsoft.com/office/drawing/2014/main" id="{2161F81A-4E36-E600-CBAB-2C90614516F3}"/>
              </a:ext>
            </a:extLst>
          </p:cNvPr>
          <p:cNvSpPr txBox="1"/>
          <p:nvPr/>
        </p:nvSpPr>
        <p:spPr>
          <a:xfrm>
            <a:off x="6682699" y="6289292"/>
            <a:ext cx="3295808" cy="507831"/>
          </a:xfrm>
          <a:prstGeom prst="rect">
            <a:avLst/>
          </a:prstGeom>
          <a:noFill/>
        </p:spPr>
        <p:txBody>
          <a:bodyPr wrap="square" rtlCol="0">
            <a:spAutoFit/>
          </a:bodyPr>
          <a:lstStyle/>
          <a:p>
            <a:pPr algn="ctr"/>
            <a:r>
              <a:rPr lang="en-US" sz="900" b="0" i="0" dirty="0" err="1">
                <a:solidFill>
                  <a:schemeClr val="bg1"/>
                </a:solidFill>
                <a:effectLst/>
                <a:latin typeface="Arial" panose="020B0604020202020204" pitchFamily="34" charset="0"/>
              </a:rPr>
              <a:t>Kwapisz</a:t>
            </a:r>
            <a:r>
              <a:rPr lang="en-US" sz="900" b="0" i="0" dirty="0">
                <a:solidFill>
                  <a:schemeClr val="bg1"/>
                </a:solidFill>
                <a:effectLst/>
                <a:latin typeface="Arial" panose="020B0604020202020204" pitchFamily="34" charset="0"/>
              </a:rPr>
              <a:t>, J. R., Weiss, G. M., &amp; Moore, S. A. (2011). Activity recognition using cell phone accelerometers. </a:t>
            </a:r>
            <a:r>
              <a:rPr lang="en-US" sz="900" b="0" i="1" dirty="0">
                <a:solidFill>
                  <a:schemeClr val="bg1"/>
                </a:solidFill>
                <a:effectLst/>
                <a:latin typeface="Arial" panose="020B0604020202020204" pitchFamily="34" charset="0"/>
              </a:rPr>
              <a:t>ACM </a:t>
            </a:r>
            <a:r>
              <a:rPr lang="en-US" sz="900" b="0" i="1" dirty="0" err="1">
                <a:solidFill>
                  <a:schemeClr val="bg1"/>
                </a:solidFill>
                <a:effectLst/>
                <a:latin typeface="Arial" panose="020B0604020202020204" pitchFamily="34" charset="0"/>
              </a:rPr>
              <a:t>SigKDD</a:t>
            </a:r>
            <a:r>
              <a:rPr lang="en-US" sz="900" b="0" i="1" dirty="0">
                <a:solidFill>
                  <a:schemeClr val="bg1"/>
                </a:solidFill>
                <a:effectLst/>
                <a:latin typeface="Arial" panose="020B0604020202020204" pitchFamily="34" charset="0"/>
              </a:rPr>
              <a:t> Explorations Newsletter</a:t>
            </a:r>
            <a:r>
              <a:rPr lang="en-US" sz="900" b="0" i="0" dirty="0">
                <a:solidFill>
                  <a:schemeClr val="bg1"/>
                </a:solidFill>
                <a:effectLst/>
                <a:latin typeface="Arial" panose="020B0604020202020204" pitchFamily="34" charset="0"/>
              </a:rPr>
              <a:t>, </a:t>
            </a:r>
            <a:r>
              <a:rPr lang="en-US" sz="900" b="0" i="1" dirty="0">
                <a:solidFill>
                  <a:schemeClr val="bg1"/>
                </a:solidFill>
                <a:effectLst/>
                <a:latin typeface="Arial" panose="020B0604020202020204" pitchFamily="34" charset="0"/>
              </a:rPr>
              <a:t>12</a:t>
            </a:r>
            <a:r>
              <a:rPr lang="en-US" sz="900" b="0" i="0" dirty="0">
                <a:solidFill>
                  <a:schemeClr val="bg1"/>
                </a:solidFill>
                <a:effectLst/>
                <a:latin typeface="Arial" panose="020B0604020202020204" pitchFamily="34" charset="0"/>
              </a:rPr>
              <a:t>(2), 74-82.</a:t>
            </a:r>
            <a:endParaRPr lang="en-US" sz="900" dirty="0">
              <a:solidFill>
                <a:schemeClr val="bg1"/>
              </a:solidFill>
            </a:endParaRPr>
          </a:p>
        </p:txBody>
      </p:sp>
    </p:spTree>
    <p:extLst>
      <p:ext uri="{BB962C8B-B14F-4D97-AF65-F5344CB8AC3E}">
        <p14:creationId xmlns:p14="http://schemas.microsoft.com/office/powerpoint/2010/main" val="3092698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 name="Rectangle 85">
            <a:extLst>
              <a:ext uri="{FF2B5EF4-FFF2-40B4-BE49-F238E27FC236}">
                <a16:creationId xmlns:a16="http://schemas.microsoft.com/office/drawing/2014/main" id="{FD4AD0ED-45F1-4AB2-8C18-7DED238A0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B7430622-9855-482E-98A8-1FAECC9090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8" name="Group 87">
            <a:extLst>
              <a:ext uri="{FF2B5EF4-FFF2-40B4-BE49-F238E27FC236}">
                <a16:creationId xmlns:a16="http://schemas.microsoft.com/office/drawing/2014/main" id="{715C76D5-716D-420A-ABDC-55BF6D9ED2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64" name="Oval 63">
              <a:extLst>
                <a:ext uri="{FF2B5EF4-FFF2-40B4-BE49-F238E27FC236}">
                  <a16:creationId xmlns:a16="http://schemas.microsoft.com/office/drawing/2014/main" id="{79875022-E2DB-4A9E-8832-E7009F0E4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DBFBDCA6-4D2C-451E-8205-8C334DCEE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E395B2B7-3263-461B-8800-669EBE884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A727DC78-6D51-415D-878D-516F840FB6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Oval 67">
              <a:extLst>
                <a:ext uri="{FF2B5EF4-FFF2-40B4-BE49-F238E27FC236}">
                  <a16:creationId xmlns:a16="http://schemas.microsoft.com/office/drawing/2014/main" id="{8405FB7A-34E4-454E-80C1-3AF31F6003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C56EC0F8-CE39-4C95-B52D-033DBF561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2" name="Rectangle 91">
            <a:extLst>
              <a:ext uri="{FF2B5EF4-FFF2-40B4-BE49-F238E27FC236}">
                <a16:creationId xmlns:a16="http://schemas.microsoft.com/office/drawing/2014/main" id="{73162FBC-1EE8-4355-8B2B-CB9A5B4BD5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3" name="Group 92">
            <a:extLst>
              <a:ext uri="{FF2B5EF4-FFF2-40B4-BE49-F238E27FC236}">
                <a16:creationId xmlns:a16="http://schemas.microsoft.com/office/drawing/2014/main" id="{C2940EF9-7ECF-49BA-8F14-5EBC7ADE07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74" name="Straight Connector 73">
              <a:extLst>
                <a:ext uri="{FF2B5EF4-FFF2-40B4-BE49-F238E27FC236}">
                  <a16:creationId xmlns:a16="http://schemas.microsoft.com/office/drawing/2014/main" id="{DF9A5AE3-5A1E-4528-BDC2-D32A66EFFD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039C6801-3BB8-4C41-9385-D9CE4F1485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8EA6929-FF51-4E95-8E16-80E9F371AE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BE91CBD-B19A-4299-90BD-CC3AB69766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96" name="Rectangle 95">
            <a:extLst>
              <a:ext uri="{FF2B5EF4-FFF2-40B4-BE49-F238E27FC236}">
                <a16:creationId xmlns:a16="http://schemas.microsoft.com/office/drawing/2014/main" id="{26CE109B-4241-4CF1-B587-868774BB4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a:extLst>
              <a:ext uri="{FF2B5EF4-FFF2-40B4-BE49-F238E27FC236}">
                <a16:creationId xmlns:a16="http://schemas.microsoft.com/office/drawing/2014/main" id="{DD107650-C271-404F-98D8-BB8E7E0306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82" name="Straight Connector 81">
              <a:extLst>
                <a:ext uri="{FF2B5EF4-FFF2-40B4-BE49-F238E27FC236}">
                  <a16:creationId xmlns:a16="http://schemas.microsoft.com/office/drawing/2014/main" id="{41F01725-EDBB-493E-A610-EF9ACBABB2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C8E2A80-F420-488D-AE39-E20BC61B19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58A20B2-85E4-4C64-A75F-376DA772A4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88BDCE8-2392-4F5E-B6B4-AD19C903B9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15" name="TextBox 14">
            <a:extLst>
              <a:ext uri="{FF2B5EF4-FFF2-40B4-BE49-F238E27FC236}">
                <a16:creationId xmlns:a16="http://schemas.microsoft.com/office/drawing/2014/main" id="{67D53659-B70C-AB2F-8834-5544DFF4953C}"/>
              </a:ext>
            </a:extLst>
          </p:cNvPr>
          <p:cNvSpPr txBox="1"/>
          <p:nvPr/>
        </p:nvSpPr>
        <p:spPr>
          <a:xfrm>
            <a:off x="521205" y="1948992"/>
            <a:ext cx="10515600" cy="1077218"/>
          </a:xfrm>
          <a:prstGeom prst="rect">
            <a:avLst/>
          </a:prstGeom>
          <a:noFill/>
        </p:spPr>
        <p:txBody>
          <a:bodyPr wrap="square" rtlCol="0">
            <a:spAutoFit/>
          </a:bodyPr>
          <a:lstStyle/>
          <a:p>
            <a:pPr marL="285750" indent="-285750">
              <a:buFont typeface="Arial" panose="020B0604020202020204" pitchFamily="34" charset="0"/>
              <a:buChar char="•"/>
            </a:pPr>
            <a:r>
              <a:rPr lang="en-US" sz="3200" b="1" u="sng" dirty="0">
                <a:solidFill>
                  <a:schemeClr val="bg1"/>
                </a:solidFill>
                <a:latin typeface="PT Mono" panose="02060509020205020204" pitchFamily="49" charset="77"/>
              </a:rPr>
              <a:t>Classify</a:t>
            </a:r>
            <a:r>
              <a:rPr lang="en-US" sz="3200" dirty="0">
                <a:solidFill>
                  <a:schemeClr val="bg1"/>
                </a:solidFill>
                <a:latin typeface="PT Mono" panose="02060509020205020204" pitchFamily="49" charset="77"/>
              </a:rPr>
              <a:t> the user’s motion by the phone-based accelerometers </a:t>
            </a:r>
          </a:p>
        </p:txBody>
      </p:sp>
      <p:sp>
        <p:nvSpPr>
          <p:cNvPr id="2" name="Title 1">
            <a:extLst>
              <a:ext uri="{FF2B5EF4-FFF2-40B4-BE49-F238E27FC236}">
                <a16:creationId xmlns:a16="http://schemas.microsoft.com/office/drawing/2014/main" id="{71910C48-0948-0AD6-02AC-43267A4A8A16}"/>
              </a:ext>
            </a:extLst>
          </p:cNvPr>
          <p:cNvSpPr txBox="1">
            <a:spLocks/>
          </p:cNvSpPr>
          <p:nvPr/>
        </p:nvSpPr>
        <p:spPr>
          <a:xfrm>
            <a:off x="838200" y="365125"/>
            <a:ext cx="10515600" cy="1325563"/>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a:solidFill>
                  <a:schemeClr val="bg1"/>
                </a:solidFill>
                <a:latin typeface="PT Mono" panose="02060509020205020204" pitchFamily="49" charset="77"/>
              </a:rPr>
              <a:t>Recap</a:t>
            </a:r>
          </a:p>
          <a:p>
            <a:r>
              <a:rPr lang="en-US" sz="3000" b="1" dirty="0">
                <a:solidFill>
                  <a:schemeClr val="bg1"/>
                </a:solidFill>
                <a:latin typeface="PT Mono" panose="02060509020205020204" pitchFamily="49" charset="77"/>
              </a:rPr>
              <a:t>Goal</a:t>
            </a:r>
          </a:p>
        </p:txBody>
      </p:sp>
      <p:grpSp>
        <p:nvGrpSpPr>
          <p:cNvPr id="33" name="Group 32">
            <a:extLst>
              <a:ext uri="{FF2B5EF4-FFF2-40B4-BE49-F238E27FC236}">
                <a16:creationId xmlns:a16="http://schemas.microsoft.com/office/drawing/2014/main" id="{FC9C208D-E216-C057-D529-51B00807B19E}"/>
              </a:ext>
            </a:extLst>
          </p:cNvPr>
          <p:cNvGrpSpPr/>
          <p:nvPr/>
        </p:nvGrpSpPr>
        <p:grpSpPr>
          <a:xfrm>
            <a:off x="3409111" y="3175237"/>
            <a:ext cx="5220693" cy="3477168"/>
            <a:chOff x="3409111" y="3175237"/>
            <a:chExt cx="5220693" cy="3477168"/>
          </a:xfrm>
        </p:grpSpPr>
        <p:grpSp>
          <p:nvGrpSpPr>
            <p:cNvPr id="28" name="Group 27">
              <a:extLst>
                <a:ext uri="{FF2B5EF4-FFF2-40B4-BE49-F238E27FC236}">
                  <a16:creationId xmlns:a16="http://schemas.microsoft.com/office/drawing/2014/main" id="{7F89508F-6C08-2ED8-9AB3-2B7D705F8C04}"/>
                </a:ext>
              </a:extLst>
            </p:cNvPr>
            <p:cNvGrpSpPr/>
            <p:nvPr/>
          </p:nvGrpSpPr>
          <p:grpSpPr>
            <a:xfrm>
              <a:off x="7246694" y="4997225"/>
              <a:ext cx="1371757" cy="1655180"/>
              <a:chOff x="3500275" y="3125370"/>
              <a:chExt cx="1371757" cy="1655180"/>
            </a:xfrm>
          </p:grpSpPr>
          <p:pic>
            <p:nvPicPr>
              <p:cNvPr id="4" name="Graphic 3" descr="Walk with solid fill">
                <a:extLst>
                  <a:ext uri="{FF2B5EF4-FFF2-40B4-BE49-F238E27FC236}">
                    <a16:creationId xmlns:a16="http://schemas.microsoft.com/office/drawing/2014/main" id="{80907CBB-F3BE-8880-D016-7DDDEA2B206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00275" y="3125370"/>
                <a:ext cx="1371757" cy="1376265"/>
              </a:xfrm>
              <a:prstGeom prst="rect">
                <a:avLst/>
              </a:prstGeom>
            </p:spPr>
          </p:pic>
          <p:sp>
            <p:nvSpPr>
              <p:cNvPr id="19" name="TextBox 18">
                <a:extLst>
                  <a:ext uri="{FF2B5EF4-FFF2-40B4-BE49-F238E27FC236}">
                    <a16:creationId xmlns:a16="http://schemas.microsoft.com/office/drawing/2014/main" id="{441D124D-5238-0E93-306E-71CAA4406859}"/>
                  </a:ext>
                </a:extLst>
              </p:cNvPr>
              <p:cNvSpPr txBox="1"/>
              <p:nvPr/>
            </p:nvSpPr>
            <p:spPr>
              <a:xfrm>
                <a:off x="3512454" y="4411218"/>
                <a:ext cx="1153945" cy="369332"/>
              </a:xfrm>
              <a:prstGeom prst="rect">
                <a:avLst/>
              </a:prstGeom>
              <a:noFill/>
            </p:spPr>
            <p:txBody>
              <a:bodyPr wrap="square" rtlCol="0">
                <a:spAutoFit/>
              </a:bodyPr>
              <a:lstStyle/>
              <a:p>
                <a:r>
                  <a:rPr lang="en-US" dirty="0">
                    <a:solidFill>
                      <a:schemeClr val="bg1"/>
                    </a:solidFill>
                    <a:latin typeface="PT Mono" panose="02060509020205020204" pitchFamily="49" charset="77"/>
                  </a:rPr>
                  <a:t>Walking</a:t>
                </a:r>
              </a:p>
            </p:txBody>
          </p:sp>
        </p:grpSp>
        <p:grpSp>
          <p:nvGrpSpPr>
            <p:cNvPr id="32" name="Group 31">
              <a:extLst>
                <a:ext uri="{FF2B5EF4-FFF2-40B4-BE49-F238E27FC236}">
                  <a16:creationId xmlns:a16="http://schemas.microsoft.com/office/drawing/2014/main" id="{EEAAF7E7-8936-7F32-6B4F-F6E027EA74EE}"/>
                </a:ext>
              </a:extLst>
            </p:cNvPr>
            <p:cNvGrpSpPr/>
            <p:nvPr/>
          </p:nvGrpSpPr>
          <p:grpSpPr>
            <a:xfrm>
              <a:off x="5394926" y="3175237"/>
              <a:ext cx="1376464" cy="1655180"/>
              <a:chOff x="5451403" y="3125370"/>
              <a:chExt cx="1376464" cy="1655180"/>
            </a:xfrm>
          </p:grpSpPr>
          <p:pic>
            <p:nvPicPr>
              <p:cNvPr id="6" name="Graphic 5" descr="Run with solid fill">
                <a:extLst>
                  <a:ext uri="{FF2B5EF4-FFF2-40B4-BE49-F238E27FC236}">
                    <a16:creationId xmlns:a16="http://schemas.microsoft.com/office/drawing/2014/main" id="{3BEC4881-8BCB-62C8-6CBB-C1CCCC3F9CB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56110" y="3125370"/>
                <a:ext cx="1371757" cy="1376265"/>
              </a:xfrm>
              <a:prstGeom prst="rect">
                <a:avLst/>
              </a:prstGeom>
            </p:spPr>
          </p:pic>
          <p:sp>
            <p:nvSpPr>
              <p:cNvPr id="20" name="TextBox 19">
                <a:extLst>
                  <a:ext uri="{FF2B5EF4-FFF2-40B4-BE49-F238E27FC236}">
                    <a16:creationId xmlns:a16="http://schemas.microsoft.com/office/drawing/2014/main" id="{EA8F3542-0ACC-D174-9279-5E772000F366}"/>
                  </a:ext>
                </a:extLst>
              </p:cNvPr>
              <p:cNvSpPr txBox="1"/>
              <p:nvPr/>
            </p:nvSpPr>
            <p:spPr>
              <a:xfrm>
                <a:off x="5451403" y="4411218"/>
                <a:ext cx="1153945" cy="369332"/>
              </a:xfrm>
              <a:prstGeom prst="rect">
                <a:avLst/>
              </a:prstGeom>
              <a:noFill/>
            </p:spPr>
            <p:txBody>
              <a:bodyPr wrap="square" rtlCol="0">
                <a:spAutoFit/>
              </a:bodyPr>
              <a:lstStyle/>
              <a:p>
                <a:r>
                  <a:rPr lang="en-US" dirty="0">
                    <a:solidFill>
                      <a:schemeClr val="bg1"/>
                    </a:solidFill>
                    <a:latin typeface="PT Mono" panose="02060509020205020204" pitchFamily="49" charset="77"/>
                  </a:rPr>
                  <a:t>Jogging</a:t>
                </a:r>
              </a:p>
            </p:txBody>
          </p:sp>
        </p:grpSp>
        <p:grpSp>
          <p:nvGrpSpPr>
            <p:cNvPr id="31" name="Group 30">
              <a:extLst>
                <a:ext uri="{FF2B5EF4-FFF2-40B4-BE49-F238E27FC236}">
                  <a16:creationId xmlns:a16="http://schemas.microsoft.com/office/drawing/2014/main" id="{EAC5060C-F572-C4DD-E57F-7ABE80FCA3B5}"/>
                </a:ext>
              </a:extLst>
            </p:cNvPr>
            <p:cNvGrpSpPr/>
            <p:nvPr/>
          </p:nvGrpSpPr>
          <p:grpSpPr>
            <a:xfrm>
              <a:off x="3499119" y="4997225"/>
              <a:ext cx="1371757" cy="1655180"/>
              <a:chOff x="7341939" y="3125370"/>
              <a:chExt cx="1371757" cy="1655180"/>
            </a:xfrm>
          </p:grpSpPr>
          <p:pic>
            <p:nvPicPr>
              <p:cNvPr id="8" name="Graphic 7" descr="Man with solid fill">
                <a:extLst>
                  <a:ext uri="{FF2B5EF4-FFF2-40B4-BE49-F238E27FC236}">
                    <a16:creationId xmlns:a16="http://schemas.microsoft.com/office/drawing/2014/main" id="{8F5FFB32-CC80-FD02-4891-1F3C1F5E64B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41939" y="3125370"/>
                <a:ext cx="1371757" cy="1376265"/>
              </a:xfrm>
              <a:prstGeom prst="rect">
                <a:avLst/>
              </a:prstGeom>
            </p:spPr>
          </p:pic>
          <p:sp>
            <p:nvSpPr>
              <p:cNvPr id="21" name="TextBox 20">
                <a:extLst>
                  <a:ext uri="{FF2B5EF4-FFF2-40B4-BE49-F238E27FC236}">
                    <a16:creationId xmlns:a16="http://schemas.microsoft.com/office/drawing/2014/main" id="{D13810FB-4D7B-B189-4392-4829D716CAB8}"/>
                  </a:ext>
                </a:extLst>
              </p:cNvPr>
              <p:cNvSpPr txBox="1"/>
              <p:nvPr/>
            </p:nvSpPr>
            <p:spPr>
              <a:xfrm>
                <a:off x="7356430" y="4411218"/>
                <a:ext cx="1333867" cy="369332"/>
              </a:xfrm>
              <a:prstGeom prst="rect">
                <a:avLst/>
              </a:prstGeom>
              <a:noFill/>
            </p:spPr>
            <p:txBody>
              <a:bodyPr wrap="square" rtlCol="0">
                <a:spAutoFit/>
              </a:bodyPr>
              <a:lstStyle/>
              <a:p>
                <a:r>
                  <a:rPr lang="en-US" dirty="0">
                    <a:solidFill>
                      <a:schemeClr val="bg1"/>
                    </a:solidFill>
                    <a:latin typeface="PT Mono" panose="02060509020205020204" pitchFamily="49" charset="77"/>
                  </a:rPr>
                  <a:t>Standing</a:t>
                </a:r>
              </a:p>
            </p:txBody>
          </p:sp>
        </p:grpSp>
        <p:grpSp>
          <p:nvGrpSpPr>
            <p:cNvPr id="30" name="Group 29">
              <a:extLst>
                <a:ext uri="{FF2B5EF4-FFF2-40B4-BE49-F238E27FC236}">
                  <a16:creationId xmlns:a16="http://schemas.microsoft.com/office/drawing/2014/main" id="{A33902D6-C189-6105-E405-CD5198F234A3}"/>
                </a:ext>
              </a:extLst>
            </p:cNvPr>
            <p:cNvGrpSpPr/>
            <p:nvPr/>
          </p:nvGrpSpPr>
          <p:grpSpPr>
            <a:xfrm>
              <a:off x="5384770" y="5057976"/>
              <a:ext cx="1396776" cy="1533678"/>
              <a:chOff x="3475256" y="5143658"/>
              <a:chExt cx="1396776" cy="1533678"/>
            </a:xfrm>
          </p:grpSpPr>
          <p:pic>
            <p:nvPicPr>
              <p:cNvPr id="11" name="Graphic 10" descr="Upstairs with solid fill">
                <a:extLst>
                  <a:ext uri="{FF2B5EF4-FFF2-40B4-BE49-F238E27FC236}">
                    <a16:creationId xmlns:a16="http://schemas.microsoft.com/office/drawing/2014/main" id="{B99B0C14-62BD-C35C-FACF-58057C04B42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500275" y="5143658"/>
                <a:ext cx="1371757" cy="1376265"/>
              </a:xfrm>
              <a:prstGeom prst="rect">
                <a:avLst/>
              </a:prstGeom>
            </p:spPr>
          </p:pic>
          <p:sp>
            <p:nvSpPr>
              <p:cNvPr id="22" name="TextBox 21">
                <a:extLst>
                  <a:ext uri="{FF2B5EF4-FFF2-40B4-BE49-F238E27FC236}">
                    <a16:creationId xmlns:a16="http://schemas.microsoft.com/office/drawing/2014/main" id="{6D2C4825-AB74-D140-A930-2E00E4ECD328}"/>
                  </a:ext>
                </a:extLst>
              </p:cNvPr>
              <p:cNvSpPr txBox="1"/>
              <p:nvPr/>
            </p:nvSpPr>
            <p:spPr>
              <a:xfrm>
                <a:off x="3475256" y="6308004"/>
                <a:ext cx="1371755" cy="369332"/>
              </a:xfrm>
              <a:prstGeom prst="rect">
                <a:avLst/>
              </a:prstGeom>
              <a:noFill/>
            </p:spPr>
            <p:txBody>
              <a:bodyPr wrap="square" rtlCol="0">
                <a:spAutoFit/>
              </a:bodyPr>
              <a:lstStyle/>
              <a:p>
                <a:r>
                  <a:rPr lang="en-US" dirty="0">
                    <a:solidFill>
                      <a:schemeClr val="bg1"/>
                    </a:solidFill>
                    <a:latin typeface="PT Mono" panose="02060509020205020204" pitchFamily="49" charset="77"/>
                  </a:rPr>
                  <a:t>Upstairs</a:t>
                </a:r>
              </a:p>
            </p:txBody>
          </p:sp>
        </p:grpSp>
        <p:grpSp>
          <p:nvGrpSpPr>
            <p:cNvPr id="27" name="Group 26">
              <a:extLst>
                <a:ext uri="{FF2B5EF4-FFF2-40B4-BE49-F238E27FC236}">
                  <a16:creationId xmlns:a16="http://schemas.microsoft.com/office/drawing/2014/main" id="{279D5E1C-D662-9B59-C53E-8F78D67E73F9}"/>
                </a:ext>
              </a:extLst>
            </p:cNvPr>
            <p:cNvGrpSpPr/>
            <p:nvPr/>
          </p:nvGrpSpPr>
          <p:grpSpPr>
            <a:xfrm>
              <a:off x="3409111" y="3235988"/>
              <a:ext cx="1551772" cy="1533678"/>
              <a:chOff x="5414205" y="5143658"/>
              <a:chExt cx="1551772" cy="1533678"/>
            </a:xfrm>
          </p:grpSpPr>
          <p:pic>
            <p:nvPicPr>
              <p:cNvPr id="13" name="Graphic 12" descr="Downstairs with solid fill">
                <a:extLst>
                  <a:ext uri="{FF2B5EF4-FFF2-40B4-BE49-F238E27FC236}">
                    <a16:creationId xmlns:a16="http://schemas.microsoft.com/office/drawing/2014/main" id="{FB8C05CC-C002-1C81-F286-1437EE999CB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456110" y="5143658"/>
                <a:ext cx="1371757" cy="1376265"/>
              </a:xfrm>
              <a:prstGeom prst="rect">
                <a:avLst/>
              </a:prstGeom>
            </p:spPr>
          </p:pic>
          <p:sp>
            <p:nvSpPr>
              <p:cNvPr id="23" name="TextBox 22">
                <a:extLst>
                  <a:ext uri="{FF2B5EF4-FFF2-40B4-BE49-F238E27FC236}">
                    <a16:creationId xmlns:a16="http://schemas.microsoft.com/office/drawing/2014/main" id="{68F901D6-E4BA-ACFC-4741-C177C54A419E}"/>
                  </a:ext>
                </a:extLst>
              </p:cNvPr>
              <p:cNvSpPr txBox="1"/>
              <p:nvPr/>
            </p:nvSpPr>
            <p:spPr>
              <a:xfrm>
                <a:off x="5414205" y="6308004"/>
                <a:ext cx="1551772" cy="369332"/>
              </a:xfrm>
              <a:prstGeom prst="rect">
                <a:avLst/>
              </a:prstGeom>
              <a:noFill/>
            </p:spPr>
            <p:txBody>
              <a:bodyPr wrap="square" rtlCol="0">
                <a:spAutoFit/>
              </a:bodyPr>
              <a:lstStyle/>
              <a:p>
                <a:r>
                  <a:rPr lang="en-US" dirty="0">
                    <a:solidFill>
                      <a:schemeClr val="bg1"/>
                    </a:solidFill>
                    <a:latin typeface="PT Mono" panose="02060509020205020204" pitchFamily="49" charset="77"/>
                  </a:rPr>
                  <a:t>Downstairs</a:t>
                </a:r>
              </a:p>
            </p:txBody>
          </p:sp>
        </p:grpSp>
        <p:grpSp>
          <p:nvGrpSpPr>
            <p:cNvPr id="29" name="Group 28">
              <a:extLst>
                <a:ext uri="{FF2B5EF4-FFF2-40B4-BE49-F238E27FC236}">
                  <a16:creationId xmlns:a16="http://schemas.microsoft.com/office/drawing/2014/main" id="{E4E9CE4C-2CF3-86F6-00C6-6109680BB41C}"/>
                </a:ext>
              </a:extLst>
            </p:cNvPr>
            <p:cNvGrpSpPr/>
            <p:nvPr/>
          </p:nvGrpSpPr>
          <p:grpSpPr>
            <a:xfrm>
              <a:off x="7235340" y="3235988"/>
              <a:ext cx="1394464" cy="1533678"/>
              <a:chOff x="7319232" y="5143658"/>
              <a:chExt cx="1394464" cy="1533678"/>
            </a:xfrm>
          </p:grpSpPr>
          <p:pic>
            <p:nvPicPr>
              <p:cNvPr id="16" name="Graphic 15" descr="Table and chairs with solid fill">
                <a:extLst>
                  <a:ext uri="{FF2B5EF4-FFF2-40B4-BE49-F238E27FC236}">
                    <a16:creationId xmlns:a16="http://schemas.microsoft.com/office/drawing/2014/main" id="{2F25957C-59C7-DC24-5729-3F938E0096F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341939" y="5143658"/>
                <a:ext cx="1371757" cy="1376265"/>
              </a:xfrm>
              <a:prstGeom prst="rect">
                <a:avLst/>
              </a:prstGeom>
            </p:spPr>
          </p:pic>
          <p:sp>
            <p:nvSpPr>
              <p:cNvPr id="24" name="TextBox 23">
                <a:extLst>
                  <a:ext uri="{FF2B5EF4-FFF2-40B4-BE49-F238E27FC236}">
                    <a16:creationId xmlns:a16="http://schemas.microsoft.com/office/drawing/2014/main" id="{76AD73C6-0334-9F41-D9CE-A68177BDC437}"/>
                  </a:ext>
                </a:extLst>
              </p:cNvPr>
              <p:cNvSpPr txBox="1"/>
              <p:nvPr/>
            </p:nvSpPr>
            <p:spPr>
              <a:xfrm>
                <a:off x="7319232" y="6308004"/>
                <a:ext cx="1333867" cy="369332"/>
              </a:xfrm>
              <a:prstGeom prst="rect">
                <a:avLst/>
              </a:prstGeom>
              <a:noFill/>
            </p:spPr>
            <p:txBody>
              <a:bodyPr wrap="square" rtlCol="0">
                <a:spAutoFit/>
              </a:bodyPr>
              <a:lstStyle/>
              <a:p>
                <a:pPr algn="ctr"/>
                <a:r>
                  <a:rPr lang="en-US" dirty="0">
                    <a:solidFill>
                      <a:schemeClr val="bg1"/>
                    </a:solidFill>
                    <a:latin typeface="PT Mono" panose="02060509020205020204" pitchFamily="49" charset="77"/>
                  </a:rPr>
                  <a:t>Sitting</a:t>
                </a:r>
              </a:p>
            </p:txBody>
          </p:sp>
        </p:grpSp>
      </p:grpSp>
    </p:spTree>
    <p:extLst>
      <p:ext uri="{BB962C8B-B14F-4D97-AF65-F5344CB8AC3E}">
        <p14:creationId xmlns:p14="http://schemas.microsoft.com/office/powerpoint/2010/main" val="1602362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 name="Rectangle 85">
            <a:extLst>
              <a:ext uri="{FF2B5EF4-FFF2-40B4-BE49-F238E27FC236}">
                <a16:creationId xmlns:a16="http://schemas.microsoft.com/office/drawing/2014/main" id="{FD4AD0ED-45F1-4AB2-8C18-7DED238A0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B7430622-9855-482E-98A8-1FAECC9090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8" name="Group 87">
            <a:extLst>
              <a:ext uri="{FF2B5EF4-FFF2-40B4-BE49-F238E27FC236}">
                <a16:creationId xmlns:a16="http://schemas.microsoft.com/office/drawing/2014/main" id="{715C76D5-716D-420A-ABDC-55BF6D9ED2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64" name="Oval 63">
              <a:extLst>
                <a:ext uri="{FF2B5EF4-FFF2-40B4-BE49-F238E27FC236}">
                  <a16:creationId xmlns:a16="http://schemas.microsoft.com/office/drawing/2014/main" id="{79875022-E2DB-4A9E-8832-E7009F0E4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DBFBDCA6-4D2C-451E-8205-8C334DCEE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E395B2B7-3263-461B-8800-669EBE884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A727DC78-6D51-415D-878D-516F840FB6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Oval 67">
              <a:extLst>
                <a:ext uri="{FF2B5EF4-FFF2-40B4-BE49-F238E27FC236}">
                  <a16:creationId xmlns:a16="http://schemas.microsoft.com/office/drawing/2014/main" id="{8405FB7A-34E4-454E-80C1-3AF31F6003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C56EC0F8-CE39-4C95-B52D-033DBF561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2" name="Rectangle 91">
            <a:extLst>
              <a:ext uri="{FF2B5EF4-FFF2-40B4-BE49-F238E27FC236}">
                <a16:creationId xmlns:a16="http://schemas.microsoft.com/office/drawing/2014/main" id="{73162FBC-1EE8-4355-8B2B-CB9A5B4BD5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3" name="Group 92">
            <a:extLst>
              <a:ext uri="{FF2B5EF4-FFF2-40B4-BE49-F238E27FC236}">
                <a16:creationId xmlns:a16="http://schemas.microsoft.com/office/drawing/2014/main" id="{C2940EF9-7ECF-49BA-8F14-5EBC7ADE07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74" name="Straight Connector 73">
              <a:extLst>
                <a:ext uri="{FF2B5EF4-FFF2-40B4-BE49-F238E27FC236}">
                  <a16:creationId xmlns:a16="http://schemas.microsoft.com/office/drawing/2014/main" id="{DF9A5AE3-5A1E-4528-BDC2-D32A66EFFD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039C6801-3BB8-4C41-9385-D9CE4F1485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8EA6929-FF51-4E95-8E16-80E9F371AE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BE91CBD-B19A-4299-90BD-CC3AB69766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96" name="Rectangle 95">
            <a:extLst>
              <a:ext uri="{FF2B5EF4-FFF2-40B4-BE49-F238E27FC236}">
                <a16:creationId xmlns:a16="http://schemas.microsoft.com/office/drawing/2014/main" id="{26CE109B-4241-4CF1-B587-868774BB4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a:extLst>
              <a:ext uri="{FF2B5EF4-FFF2-40B4-BE49-F238E27FC236}">
                <a16:creationId xmlns:a16="http://schemas.microsoft.com/office/drawing/2014/main" id="{DD107650-C271-404F-98D8-BB8E7E0306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82" name="Straight Connector 81">
              <a:extLst>
                <a:ext uri="{FF2B5EF4-FFF2-40B4-BE49-F238E27FC236}">
                  <a16:creationId xmlns:a16="http://schemas.microsoft.com/office/drawing/2014/main" id="{41F01725-EDBB-493E-A610-EF9ACBABB2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C8E2A80-F420-488D-AE39-E20BC61B19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58A20B2-85E4-4C64-A75F-376DA772A4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88BDCE8-2392-4F5E-B6B4-AD19C903B9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4" name="Pentagon 3">
            <a:extLst>
              <a:ext uri="{FF2B5EF4-FFF2-40B4-BE49-F238E27FC236}">
                <a16:creationId xmlns:a16="http://schemas.microsoft.com/office/drawing/2014/main" id="{7CDB8008-1CF4-B9A4-2247-C28895E9755A}"/>
              </a:ext>
            </a:extLst>
          </p:cNvPr>
          <p:cNvSpPr/>
          <p:nvPr/>
        </p:nvSpPr>
        <p:spPr>
          <a:xfrm>
            <a:off x="1" y="1560970"/>
            <a:ext cx="3733516" cy="4457057"/>
          </a:xfrm>
          <a:prstGeom prst="homePlate">
            <a:avLst>
              <a:gd name="adj" fmla="val 50285"/>
            </a:avLst>
          </a:prstGeom>
          <a:solidFill>
            <a:srgbClr val="3A486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PT Mono" panose="02060509020205020204" pitchFamily="49" charset="77"/>
              </a:rPr>
              <a:t>Exploratory Data Analysis</a:t>
            </a:r>
            <a:endParaRPr lang="en-US" dirty="0">
              <a:latin typeface="PT Mono" panose="02060509020205020204" pitchFamily="49" charset="77"/>
            </a:endParaRPr>
          </a:p>
          <a:p>
            <a:pPr algn="ctr"/>
            <a:r>
              <a:rPr lang="en-US" sz="2000" b="1" dirty="0">
                <a:latin typeface="PT Mono" panose="02060509020205020204" pitchFamily="49" charset="77"/>
              </a:rPr>
              <a:t>Data Imbalance </a:t>
            </a:r>
          </a:p>
        </p:txBody>
      </p:sp>
      <p:pic>
        <p:nvPicPr>
          <p:cNvPr id="3" name="Picture 2" descr="A graph of blue rectangular bars&#10;&#10;Description automatically generated">
            <a:extLst>
              <a:ext uri="{FF2B5EF4-FFF2-40B4-BE49-F238E27FC236}">
                <a16:creationId xmlns:a16="http://schemas.microsoft.com/office/drawing/2014/main" id="{CCC5E791-EDC4-2CB4-BE10-597F7F4AC913}"/>
              </a:ext>
            </a:extLst>
          </p:cNvPr>
          <p:cNvPicPr>
            <a:picLocks noChangeAspect="1"/>
          </p:cNvPicPr>
          <p:nvPr/>
        </p:nvPicPr>
        <p:blipFill>
          <a:blip r:embed="rId2"/>
          <a:stretch>
            <a:fillRect/>
          </a:stretch>
        </p:blipFill>
        <p:spPr>
          <a:xfrm>
            <a:off x="3822094" y="478026"/>
            <a:ext cx="7891661" cy="6038038"/>
          </a:xfrm>
          <a:prstGeom prst="rect">
            <a:avLst/>
          </a:prstGeom>
        </p:spPr>
      </p:pic>
    </p:spTree>
    <p:extLst>
      <p:ext uri="{BB962C8B-B14F-4D97-AF65-F5344CB8AC3E}">
        <p14:creationId xmlns:p14="http://schemas.microsoft.com/office/powerpoint/2010/main" val="1725878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 name="Rectangle 85">
            <a:extLst>
              <a:ext uri="{FF2B5EF4-FFF2-40B4-BE49-F238E27FC236}">
                <a16:creationId xmlns:a16="http://schemas.microsoft.com/office/drawing/2014/main" id="{FD4AD0ED-45F1-4AB2-8C18-7DED238A0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B7430622-9855-482E-98A8-1FAECC9090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8" name="Group 87">
            <a:extLst>
              <a:ext uri="{FF2B5EF4-FFF2-40B4-BE49-F238E27FC236}">
                <a16:creationId xmlns:a16="http://schemas.microsoft.com/office/drawing/2014/main" id="{715C76D5-716D-420A-ABDC-55BF6D9ED2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64" name="Oval 63">
              <a:extLst>
                <a:ext uri="{FF2B5EF4-FFF2-40B4-BE49-F238E27FC236}">
                  <a16:creationId xmlns:a16="http://schemas.microsoft.com/office/drawing/2014/main" id="{79875022-E2DB-4A9E-8832-E7009F0E4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DBFBDCA6-4D2C-451E-8205-8C334DCEE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E395B2B7-3263-461B-8800-669EBE884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A727DC78-6D51-415D-878D-516F840FB6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Oval 67">
              <a:extLst>
                <a:ext uri="{FF2B5EF4-FFF2-40B4-BE49-F238E27FC236}">
                  <a16:creationId xmlns:a16="http://schemas.microsoft.com/office/drawing/2014/main" id="{8405FB7A-34E4-454E-80C1-3AF31F6003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C56EC0F8-CE39-4C95-B52D-033DBF561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2" name="Rectangle 91">
            <a:extLst>
              <a:ext uri="{FF2B5EF4-FFF2-40B4-BE49-F238E27FC236}">
                <a16:creationId xmlns:a16="http://schemas.microsoft.com/office/drawing/2014/main" id="{73162FBC-1EE8-4355-8B2B-CB9A5B4BD5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3" name="Group 92">
            <a:extLst>
              <a:ext uri="{FF2B5EF4-FFF2-40B4-BE49-F238E27FC236}">
                <a16:creationId xmlns:a16="http://schemas.microsoft.com/office/drawing/2014/main" id="{C2940EF9-7ECF-49BA-8F14-5EBC7ADE07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74" name="Straight Connector 73">
              <a:extLst>
                <a:ext uri="{FF2B5EF4-FFF2-40B4-BE49-F238E27FC236}">
                  <a16:creationId xmlns:a16="http://schemas.microsoft.com/office/drawing/2014/main" id="{DF9A5AE3-5A1E-4528-BDC2-D32A66EFFD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039C6801-3BB8-4C41-9385-D9CE4F1485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8EA6929-FF51-4E95-8E16-80E9F371AE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BE91CBD-B19A-4299-90BD-CC3AB69766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96" name="Rectangle 95">
            <a:extLst>
              <a:ext uri="{FF2B5EF4-FFF2-40B4-BE49-F238E27FC236}">
                <a16:creationId xmlns:a16="http://schemas.microsoft.com/office/drawing/2014/main" id="{26CE109B-4241-4CF1-B587-868774BB4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a:extLst>
              <a:ext uri="{FF2B5EF4-FFF2-40B4-BE49-F238E27FC236}">
                <a16:creationId xmlns:a16="http://schemas.microsoft.com/office/drawing/2014/main" id="{DD107650-C271-404F-98D8-BB8E7E0306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82" name="Straight Connector 81">
              <a:extLst>
                <a:ext uri="{FF2B5EF4-FFF2-40B4-BE49-F238E27FC236}">
                  <a16:creationId xmlns:a16="http://schemas.microsoft.com/office/drawing/2014/main" id="{41F01725-EDBB-493E-A610-EF9ACBABB2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C8E2A80-F420-488D-AE39-E20BC61B19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58A20B2-85E4-4C64-A75F-376DA772A4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88BDCE8-2392-4F5E-B6B4-AD19C903B9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 name="Title 1">
            <a:extLst>
              <a:ext uri="{FF2B5EF4-FFF2-40B4-BE49-F238E27FC236}">
                <a16:creationId xmlns:a16="http://schemas.microsoft.com/office/drawing/2014/main" id="{5D46A727-C1D7-206A-ECB2-433A7BA35764}"/>
              </a:ext>
            </a:extLst>
          </p:cNvPr>
          <p:cNvSpPr txBox="1">
            <a:spLocks/>
          </p:cNvSpPr>
          <p:nvPr/>
        </p:nvSpPr>
        <p:spPr>
          <a:xfrm>
            <a:off x="838200" y="365125"/>
            <a:ext cx="10515600" cy="1325563"/>
          </a:xfrm>
          <a:prstGeom prst="rect">
            <a:avLst/>
          </a:prstGeom>
        </p:spPr>
        <p:txBody>
          <a:bodyPr vert="horz" lIns="91440" tIns="45720" rIns="91440" bIns="4572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a:solidFill>
                  <a:schemeClr val="bg1"/>
                </a:solidFill>
                <a:latin typeface="PT Mono" panose="02060509020205020204" pitchFamily="49" charset="77"/>
              </a:rPr>
              <a:t>Exploratory Data Analysis</a:t>
            </a:r>
          </a:p>
          <a:p>
            <a:r>
              <a:rPr lang="en-US" sz="3000" b="1" dirty="0">
                <a:solidFill>
                  <a:schemeClr val="bg1"/>
                </a:solidFill>
                <a:latin typeface="PT Mono" panose="02060509020205020204" pitchFamily="49" charset="77"/>
              </a:rPr>
              <a:t>Y and Z Average Acceleration</a:t>
            </a:r>
          </a:p>
        </p:txBody>
      </p:sp>
      <p:pic>
        <p:nvPicPr>
          <p:cNvPr id="5" name="Picture 4" descr="A diagram of a box plot&#10;&#10;Description automatically generated">
            <a:extLst>
              <a:ext uri="{FF2B5EF4-FFF2-40B4-BE49-F238E27FC236}">
                <a16:creationId xmlns:a16="http://schemas.microsoft.com/office/drawing/2014/main" id="{2D621C26-F4A3-E354-6677-EBEDC6A134E2}"/>
              </a:ext>
            </a:extLst>
          </p:cNvPr>
          <p:cNvPicPr>
            <a:picLocks noChangeAspect="1"/>
          </p:cNvPicPr>
          <p:nvPr/>
        </p:nvPicPr>
        <p:blipFill>
          <a:blip r:embed="rId3"/>
          <a:stretch>
            <a:fillRect/>
          </a:stretch>
        </p:blipFill>
        <p:spPr>
          <a:xfrm>
            <a:off x="391755" y="1799042"/>
            <a:ext cx="5384800" cy="4203700"/>
          </a:xfrm>
          <a:prstGeom prst="rect">
            <a:avLst/>
          </a:prstGeom>
        </p:spPr>
      </p:pic>
      <p:pic>
        <p:nvPicPr>
          <p:cNvPr id="8" name="Picture 7" descr="A graph of a box plot&#10;&#10;Description automatically generated">
            <a:extLst>
              <a:ext uri="{FF2B5EF4-FFF2-40B4-BE49-F238E27FC236}">
                <a16:creationId xmlns:a16="http://schemas.microsoft.com/office/drawing/2014/main" id="{57B5AC6E-1E70-3D86-2967-76938AD79B89}"/>
              </a:ext>
            </a:extLst>
          </p:cNvPr>
          <p:cNvPicPr>
            <a:picLocks noChangeAspect="1"/>
          </p:cNvPicPr>
          <p:nvPr/>
        </p:nvPicPr>
        <p:blipFill>
          <a:blip r:embed="rId4"/>
          <a:stretch>
            <a:fillRect/>
          </a:stretch>
        </p:blipFill>
        <p:spPr>
          <a:xfrm>
            <a:off x="6057850" y="1799042"/>
            <a:ext cx="5422900" cy="4203700"/>
          </a:xfrm>
          <a:prstGeom prst="rect">
            <a:avLst/>
          </a:prstGeom>
        </p:spPr>
      </p:pic>
    </p:spTree>
    <p:extLst>
      <p:ext uri="{BB962C8B-B14F-4D97-AF65-F5344CB8AC3E}">
        <p14:creationId xmlns:p14="http://schemas.microsoft.com/office/powerpoint/2010/main" val="152908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 name="Rectangle 85">
            <a:extLst>
              <a:ext uri="{FF2B5EF4-FFF2-40B4-BE49-F238E27FC236}">
                <a16:creationId xmlns:a16="http://schemas.microsoft.com/office/drawing/2014/main" id="{FD4AD0ED-45F1-4AB2-8C18-7DED238A0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B7430622-9855-482E-98A8-1FAECC9090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8" name="Group 87">
            <a:extLst>
              <a:ext uri="{FF2B5EF4-FFF2-40B4-BE49-F238E27FC236}">
                <a16:creationId xmlns:a16="http://schemas.microsoft.com/office/drawing/2014/main" id="{715C76D5-716D-420A-ABDC-55BF6D9ED2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64" name="Oval 63">
              <a:extLst>
                <a:ext uri="{FF2B5EF4-FFF2-40B4-BE49-F238E27FC236}">
                  <a16:creationId xmlns:a16="http://schemas.microsoft.com/office/drawing/2014/main" id="{79875022-E2DB-4A9E-8832-E7009F0E4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DBFBDCA6-4D2C-451E-8205-8C334DCEE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E395B2B7-3263-461B-8800-669EBE884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A727DC78-6D51-415D-878D-516F840FB6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Oval 67">
              <a:extLst>
                <a:ext uri="{FF2B5EF4-FFF2-40B4-BE49-F238E27FC236}">
                  <a16:creationId xmlns:a16="http://schemas.microsoft.com/office/drawing/2014/main" id="{8405FB7A-34E4-454E-80C1-3AF31F6003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C56EC0F8-CE39-4C95-B52D-033DBF561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2" name="Rectangle 91">
            <a:extLst>
              <a:ext uri="{FF2B5EF4-FFF2-40B4-BE49-F238E27FC236}">
                <a16:creationId xmlns:a16="http://schemas.microsoft.com/office/drawing/2014/main" id="{73162FBC-1EE8-4355-8B2B-CB9A5B4BD5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3" name="Group 92">
            <a:extLst>
              <a:ext uri="{FF2B5EF4-FFF2-40B4-BE49-F238E27FC236}">
                <a16:creationId xmlns:a16="http://schemas.microsoft.com/office/drawing/2014/main" id="{C2940EF9-7ECF-49BA-8F14-5EBC7ADE07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74" name="Straight Connector 73">
              <a:extLst>
                <a:ext uri="{FF2B5EF4-FFF2-40B4-BE49-F238E27FC236}">
                  <a16:creationId xmlns:a16="http://schemas.microsoft.com/office/drawing/2014/main" id="{DF9A5AE3-5A1E-4528-BDC2-D32A66EFFD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039C6801-3BB8-4C41-9385-D9CE4F1485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8EA6929-FF51-4E95-8E16-80E9F371AE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BE91CBD-B19A-4299-90BD-CC3AB69766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96" name="Rectangle 95">
            <a:extLst>
              <a:ext uri="{FF2B5EF4-FFF2-40B4-BE49-F238E27FC236}">
                <a16:creationId xmlns:a16="http://schemas.microsoft.com/office/drawing/2014/main" id="{26CE109B-4241-4CF1-B587-868774BB4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a:extLst>
              <a:ext uri="{FF2B5EF4-FFF2-40B4-BE49-F238E27FC236}">
                <a16:creationId xmlns:a16="http://schemas.microsoft.com/office/drawing/2014/main" id="{DD107650-C271-404F-98D8-BB8E7E0306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82" name="Straight Connector 81">
              <a:extLst>
                <a:ext uri="{FF2B5EF4-FFF2-40B4-BE49-F238E27FC236}">
                  <a16:creationId xmlns:a16="http://schemas.microsoft.com/office/drawing/2014/main" id="{41F01725-EDBB-493E-A610-EF9ACBABB2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C8E2A80-F420-488D-AE39-E20BC61B19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58A20B2-85E4-4C64-A75F-376DA772A4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88BDCE8-2392-4F5E-B6B4-AD19C903B9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4" name="Pentagon 3">
            <a:extLst>
              <a:ext uri="{FF2B5EF4-FFF2-40B4-BE49-F238E27FC236}">
                <a16:creationId xmlns:a16="http://schemas.microsoft.com/office/drawing/2014/main" id="{7CDB8008-1CF4-B9A4-2247-C28895E9755A}"/>
              </a:ext>
            </a:extLst>
          </p:cNvPr>
          <p:cNvSpPr/>
          <p:nvPr/>
        </p:nvSpPr>
        <p:spPr>
          <a:xfrm>
            <a:off x="1" y="1560970"/>
            <a:ext cx="3733516" cy="4457057"/>
          </a:xfrm>
          <a:prstGeom prst="homePlate">
            <a:avLst>
              <a:gd name="adj" fmla="val 50285"/>
            </a:avLst>
          </a:prstGeom>
          <a:solidFill>
            <a:srgbClr val="3A486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PT Mono" panose="02060509020205020204" pitchFamily="49" charset="77"/>
              </a:rPr>
              <a:t>Cross- Validation</a:t>
            </a:r>
          </a:p>
          <a:p>
            <a:pPr algn="ctr"/>
            <a:r>
              <a:rPr lang="en-US" b="1" dirty="0">
                <a:latin typeface="PT Mono" panose="02060509020205020204" pitchFamily="49" charset="77"/>
              </a:rPr>
              <a:t>Splitting </a:t>
            </a:r>
          </a:p>
          <a:p>
            <a:pPr algn="ctr"/>
            <a:r>
              <a:rPr lang="en-US" b="1" dirty="0">
                <a:latin typeface="PT Mono" panose="02060509020205020204" pitchFamily="49" charset="77"/>
              </a:rPr>
              <a:t>&amp;</a:t>
            </a:r>
          </a:p>
          <a:p>
            <a:pPr algn="ctr"/>
            <a:r>
              <a:rPr lang="en-US" b="1" dirty="0">
                <a:latin typeface="PT Mono" panose="02060509020205020204" pitchFamily="49" charset="77"/>
              </a:rPr>
              <a:t>Preprocessing</a:t>
            </a:r>
          </a:p>
        </p:txBody>
      </p:sp>
      <p:sp>
        <p:nvSpPr>
          <p:cNvPr id="2" name="Rounded Rectangle 1">
            <a:extLst>
              <a:ext uri="{FF2B5EF4-FFF2-40B4-BE49-F238E27FC236}">
                <a16:creationId xmlns:a16="http://schemas.microsoft.com/office/drawing/2014/main" id="{80F1F7BB-9BAA-613E-5EB4-87D46C688E6A}"/>
              </a:ext>
            </a:extLst>
          </p:cNvPr>
          <p:cNvSpPr/>
          <p:nvPr/>
        </p:nvSpPr>
        <p:spPr>
          <a:xfrm>
            <a:off x="5171951" y="565939"/>
            <a:ext cx="3307674" cy="934176"/>
          </a:xfrm>
          <a:prstGeom prst="roundRect">
            <a:avLst/>
          </a:prstGeom>
          <a:solidFill>
            <a:srgbClr val="333E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PT Mono" panose="02060509020205020204" pitchFamily="49" charset="77"/>
              </a:rPr>
              <a:t>Is the data IID?</a:t>
            </a:r>
          </a:p>
        </p:txBody>
      </p:sp>
      <p:sp>
        <p:nvSpPr>
          <p:cNvPr id="3" name="Rounded Rectangle 2">
            <a:extLst>
              <a:ext uri="{FF2B5EF4-FFF2-40B4-BE49-F238E27FC236}">
                <a16:creationId xmlns:a16="http://schemas.microsoft.com/office/drawing/2014/main" id="{CD66DDA3-A53B-EC68-B960-FDD39A769CBA}"/>
              </a:ext>
            </a:extLst>
          </p:cNvPr>
          <p:cNvSpPr/>
          <p:nvPr/>
        </p:nvSpPr>
        <p:spPr>
          <a:xfrm>
            <a:off x="5171951" y="1671832"/>
            <a:ext cx="3307674" cy="934176"/>
          </a:xfrm>
          <a:prstGeom prst="roundRect">
            <a:avLst/>
          </a:prstGeom>
          <a:solidFill>
            <a:srgbClr val="6D85AE"/>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latin typeface="PT Mono" panose="02060509020205020204" pitchFamily="49" charset="77"/>
              </a:rPr>
              <a:t>No. It is group-structured</a:t>
            </a:r>
          </a:p>
        </p:txBody>
      </p:sp>
      <p:sp>
        <p:nvSpPr>
          <p:cNvPr id="6" name="Rounded Rectangle 5">
            <a:extLst>
              <a:ext uri="{FF2B5EF4-FFF2-40B4-BE49-F238E27FC236}">
                <a16:creationId xmlns:a16="http://schemas.microsoft.com/office/drawing/2014/main" id="{5BD7A524-DC79-6320-9BEA-0D47E2670378}"/>
              </a:ext>
            </a:extLst>
          </p:cNvPr>
          <p:cNvSpPr/>
          <p:nvPr/>
        </p:nvSpPr>
        <p:spPr>
          <a:xfrm>
            <a:off x="5171951" y="2777725"/>
            <a:ext cx="3307674" cy="934176"/>
          </a:xfrm>
          <a:prstGeom prst="roundRect">
            <a:avLst/>
          </a:prstGeom>
          <a:solidFill>
            <a:srgbClr val="333E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PT Mono" panose="02060509020205020204" pitchFamily="49" charset="77"/>
              </a:rPr>
              <a:t>What will the model predict?</a:t>
            </a:r>
          </a:p>
        </p:txBody>
      </p:sp>
      <p:sp>
        <p:nvSpPr>
          <p:cNvPr id="7" name="Rounded Rectangle 6">
            <a:extLst>
              <a:ext uri="{FF2B5EF4-FFF2-40B4-BE49-F238E27FC236}">
                <a16:creationId xmlns:a16="http://schemas.microsoft.com/office/drawing/2014/main" id="{AA6B806A-6A98-BC39-759C-5AAC69CABF4F}"/>
              </a:ext>
            </a:extLst>
          </p:cNvPr>
          <p:cNvSpPr/>
          <p:nvPr/>
        </p:nvSpPr>
        <p:spPr>
          <a:xfrm>
            <a:off x="5171951" y="3883619"/>
            <a:ext cx="3307674" cy="934176"/>
          </a:xfrm>
          <a:prstGeom prst="roundRect">
            <a:avLst/>
          </a:prstGeom>
          <a:solidFill>
            <a:srgbClr val="6D85AE"/>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latin typeface="PT Mono" panose="02060509020205020204" pitchFamily="49" charset="77"/>
              </a:rPr>
              <a:t>Physical activity class on unseen </a:t>
            </a:r>
            <a:r>
              <a:rPr lang="en-US" b="1" u="sng" dirty="0">
                <a:ln w="0"/>
                <a:solidFill>
                  <a:schemeClr val="tx1"/>
                </a:solidFill>
                <a:effectLst>
                  <a:outerShdw blurRad="38100" dist="19050" dir="2700000" algn="tl" rotWithShape="0">
                    <a:schemeClr val="dk1">
                      <a:alpha val="40000"/>
                    </a:schemeClr>
                  </a:outerShdw>
                </a:effectLst>
                <a:latin typeface="PT Mono" panose="02060509020205020204" pitchFamily="49" charset="77"/>
              </a:rPr>
              <a:t>users</a:t>
            </a:r>
            <a:endParaRPr lang="en-US" dirty="0">
              <a:ln w="0"/>
              <a:solidFill>
                <a:schemeClr val="tx1"/>
              </a:solidFill>
              <a:effectLst>
                <a:outerShdw blurRad="38100" dist="19050" dir="2700000" algn="tl" rotWithShape="0">
                  <a:schemeClr val="dk1">
                    <a:alpha val="40000"/>
                  </a:schemeClr>
                </a:outerShdw>
              </a:effectLst>
              <a:latin typeface="PT Mono" panose="02060509020205020204" pitchFamily="49" charset="77"/>
            </a:endParaRPr>
          </a:p>
        </p:txBody>
      </p:sp>
      <p:sp>
        <p:nvSpPr>
          <p:cNvPr id="8" name="Rectangle 7">
            <a:extLst>
              <a:ext uri="{FF2B5EF4-FFF2-40B4-BE49-F238E27FC236}">
                <a16:creationId xmlns:a16="http://schemas.microsoft.com/office/drawing/2014/main" id="{B7584A20-34A5-F1BB-D04D-1A09BF786F42}"/>
              </a:ext>
            </a:extLst>
          </p:cNvPr>
          <p:cNvSpPr/>
          <p:nvPr/>
        </p:nvSpPr>
        <p:spPr>
          <a:xfrm>
            <a:off x="4263342" y="5095323"/>
            <a:ext cx="5124893" cy="1169925"/>
          </a:xfrm>
          <a:prstGeom prst="rect">
            <a:avLst/>
          </a:prstGeom>
          <a:solidFill>
            <a:srgbClr val="333E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latin typeface="PT Mono" panose="02060509020205020204" pitchFamily="49" charset="77"/>
              </a:rPr>
              <a:t>Group </a:t>
            </a:r>
            <a:r>
              <a:rPr lang="en-US" sz="4000" dirty="0" err="1">
                <a:latin typeface="PT Mono" panose="02060509020205020204" pitchFamily="49" charset="77"/>
              </a:rPr>
              <a:t>Kfold</a:t>
            </a:r>
            <a:r>
              <a:rPr lang="en-US" sz="4000" dirty="0">
                <a:latin typeface="PT Mono" panose="02060509020205020204" pitchFamily="49" charset="77"/>
              </a:rPr>
              <a:t> &amp; Standard Scaler</a:t>
            </a:r>
          </a:p>
        </p:txBody>
      </p:sp>
    </p:spTree>
    <p:extLst>
      <p:ext uri="{BB962C8B-B14F-4D97-AF65-F5344CB8AC3E}">
        <p14:creationId xmlns:p14="http://schemas.microsoft.com/office/powerpoint/2010/main" val="1294206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 name="Rectangle 85">
            <a:extLst>
              <a:ext uri="{FF2B5EF4-FFF2-40B4-BE49-F238E27FC236}">
                <a16:creationId xmlns:a16="http://schemas.microsoft.com/office/drawing/2014/main" id="{FD4AD0ED-45F1-4AB2-8C18-7DED238A0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B7430622-9855-482E-98A8-1FAECC9090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8" name="Group 87">
            <a:extLst>
              <a:ext uri="{FF2B5EF4-FFF2-40B4-BE49-F238E27FC236}">
                <a16:creationId xmlns:a16="http://schemas.microsoft.com/office/drawing/2014/main" id="{715C76D5-716D-420A-ABDC-55BF6D9ED2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64" name="Oval 63">
              <a:extLst>
                <a:ext uri="{FF2B5EF4-FFF2-40B4-BE49-F238E27FC236}">
                  <a16:creationId xmlns:a16="http://schemas.microsoft.com/office/drawing/2014/main" id="{79875022-E2DB-4A9E-8832-E7009F0E4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DBFBDCA6-4D2C-451E-8205-8C334DCEE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E395B2B7-3263-461B-8800-669EBE884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A727DC78-6D51-415D-878D-516F840FB6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Oval 67">
              <a:extLst>
                <a:ext uri="{FF2B5EF4-FFF2-40B4-BE49-F238E27FC236}">
                  <a16:creationId xmlns:a16="http://schemas.microsoft.com/office/drawing/2014/main" id="{8405FB7A-34E4-454E-80C1-3AF31F6003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C56EC0F8-CE39-4C95-B52D-033DBF561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2" name="Rectangle 91">
            <a:extLst>
              <a:ext uri="{FF2B5EF4-FFF2-40B4-BE49-F238E27FC236}">
                <a16:creationId xmlns:a16="http://schemas.microsoft.com/office/drawing/2014/main" id="{73162FBC-1EE8-4355-8B2B-CB9A5B4BD5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3" name="Group 92">
            <a:extLst>
              <a:ext uri="{FF2B5EF4-FFF2-40B4-BE49-F238E27FC236}">
                <a16:creationId xmlns:a16="http://schemas.microsoft.com/office/drawing/2014/main" id="{C2940EF9-7ECF-49BA-8F14-5EBC7ADE07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74" name="Straight Connector 73">
              <a:extLst>
                <a:ext uri="{FF2B5EF4-FFF2-40B4-BE49-F238E27FC236}">
                  <a16:creationId xmlns:a16="http://schemas.microsoft.com/office/drawing/2014/main" id="{DF9A5AE3-5A1E-4528-BDC2-D32A66EFFD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039C6801-3BB8-4C41-9385-D9CE4F1485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8EA6929-FF51-4E95-8E16-80E9F371AE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BE91CBD-B19A-4299-90BD-CC3AB69766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96" name="Rectangle 95">
            <a:extLst>
              <a:ext uri="{FF2B5EF4-FFF2-40B4-BE49-F238E27FC236}">
                <a16:creationId xmlns:a16="http://schemas.microsoft.com/office/drawing/2014/main" id="{26CE109B-4241-4CF1-B587-868774BB4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a:extLst>
              <a:ext uri="{FF2B5EF4-FFF2-40B4-BE49-F238E27FC236}">
                <a16:creationId xmlns:a16="http://schemas.microsoft.com/office/drawing/2014/main" id="{DD107650-C271-404F-98D8-BB8E7E0306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82" name="Straight Connector 81">
              <a:extLst>
                <a:ext uri="{FF2B5EF4-FFF2-40B4-BE49-F238E27FC236}">
                  <a16:creationId xmlns:a16="http://schemas.microsoft.com/office/drawing/2014/main" id="{41F01725-EDBB-493E-A610-EF9ACBABB2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C8E2A80-F420-488D-AE39-E20BC61B19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58A20B2-85E4-4C64-A75F-376DA772A4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88BDCE8-2392-4F5E-B6B4-AD19C903B9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 name="Title 1">
            <a:extLst>
              <a:ext uri="{FF2B5EF4-FFF2-40B4-BE49-F238E27FC236}">
                <a16:creationId xmlns:a16="http://schemas.microsoft.com/office/drawing/2014/main" id="{5D46A727-C1D7-206A-ECB2-433A7BA35764}"/>
              </a:ext>
            </a:extLst>
          </p:cNvPr>
          <p:cNvSpPr txBox="1">
            <a:spLocks/>
          </p:cNvSpPr>
          <p:nvPr/>
        </p:nvSpPr>
        <p:spPr>
          <a:xfrm>
            <a:off x="838200" y="365125"/>
            <a:ext cx="10515600" cy="1325563"/>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a:solidFill>
                  <a:schemeClr val="bg1"/>
                </a:solidFill>
                <a:latin typeface="PT Mono" panose="02060509020205020204" pitchFamily="49" charset="77"/>
              </a:rPr>
              <a:t>Cross-Validation</a:t>
            </a:r>
          </a:p>
          <a:p>
            <a:r>
              <a:rPr lang="en-US" sz="3000" b="1" dirty="0">
                <a:solidFill>
                  <a:schemeClr val="bg1"/>
                </a:solidFill>
                <a:latin typeface="PT Mono" panose="02060509020205020204" pitchFamily="49" charset="77"/>
              </a:rPr>
              <a:t>Machine Learning Algorithms &amp; Parameters</a:t>
            </a:r>
          </a:p>
        </p:txBody>
      </p:sp>
      <p:graphicFrame>
        <p:nvGraphicFramePr>
          <p:cNvPr id="2" name="Diagram 1">
            <a:extLst>
              <a:ext uri="{FF2B5EF4-FFF2-40B4-BE49-F238E27FC236}">
                <a16:creationId xmlns:a16="http://schemas.microsoft.com/office/drawing/2014/main" id="{E2BA98F2-E470-BA8E-3FC9-C429B55E3F8F}"/>
              </a:ext>
            </a:extLst>
          </p:cNvPr>
          <p:cNvGraphicFramePr/>
          <p:nvPr>
            <p:extLst>
              <p:ext uri="{D42A27DB-BD31-4B8C-83A1-F6EECF244321}">
                <p14:modId xmlns:p14="http://schemas.microsoft.com/office/powerpoint/2010/main" val="2477392377"/>
              </p:ext>
            </p:extLst>
          </p:nvPr>
        </p:nvGraphicFramePr>
        <p:xfrm>
          <a:off x="2122939" y="1738234"/>
          <a:ext cx="8029717" cy="49673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42414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 name="Rectangle 85">
            <a:extLst>
              <a:ext uri="{FF2B5EF4-FFF2-40B4-BE49-F238E27FC236}">
                <a16:creationId xmlns:a16="http://schemas.microsoft.com/office/drawing/2014/main" id="{FD4AD0ED-45F1-4AB2-8C18-7DED238A0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Rectangle 86">
            <a:extLst>
              <a:ext uri="{FF2B5EF4-FFF2-40B4-BE49-F238E27FC236}">
                <a16:creationId xmlns:a16="http://schemas.microsoft.com/office/drawing/2014/main" id="{B7430622-9855-482E-98A8-1FAECC9090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88" name="Group 87">
            <a:extLst>
              <a:ext uri="{FF2B5EF4-FFF2-40B4-BE49-F238E27FC236}">
                <a16:creationId xmlns:a16="http://schemas.microsoft.com/office/drawing/2014/main" id="{715C76D5-716D-420A-ABDC-55BF6D9ED2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64" name="Oval 63">
              <a:extLst>
                <a:ext uri="{FF2B5EF4-FFF2-40B4-BE49-F238E27FC236}">
                  <a16:creationId xmlns:a16="http://schemas.microsoft.com/office/drawing/2014/main" id="{79875022-E2DB-4A9E-8832-E7009F0E4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Oval 88">
              <a:extLst>
                <a:ext uri="{FF2B5EF4-FFF2-40B4-BE49-F238E27FC236}">
                  <a16:creationId xmlns:a16="http://schemas.microsoft.com/office/drawing/2014/main" id="{DBFBDCA6-4D2C-451E-8205-8C334DCEE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Oval 65">
              <a:extLst>
                <a:ext uri="{FF2B5EF4-FFF2-40B4-BE49-F238E27FC236}">
                  <a16:creationId xmlns:a16="http://schemas.microsoft.com/office/drawing/2014/main" id="{E395B2B7-3263-461B-8800-669EBE884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 name="Oval 89">
              <a:extLst>
                <a:ext uri="{FF2B5EF4-FFF2-40B4-BE49-F238E27FC236}">
                  <a16:creationId xmlns:a16="http://schemas.microsoft.com/office/drawing/2014/main" id="{A727DC78-6D51-415D-878D-516F840FB6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8" name="Oval 67">
              <a:extLst>
                <a:ext uri="{FF2B5EF4-FFF2-40B4-BE49-F238E27FC236}">
                  <a16:creationId xmlns:a16="http://schemas.microsoft.com/office/drawing/2014/main" id="{8405FB7A-34E4-454E-80C1-3AF31F6003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 name="Oval 90">
              <a:extLst>
                <a:ext uri="{FF2B5EF4-FFF2-40B4-BE49-F238E27FC236}">
                  <a16:creationId xmlns:a16="http://schemas.microsoft.com/office/drawing/2014/main" id="{C56EC0F8-CE39-4C95-B52D-033DBF561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92" name="Rectangle 91">
            <a:extLst>
              <a:ext uri="{FF2B5EF4-FFF2-40B4-BE49-F238E27FC236}">
                <a16:creationId xmlns:a16="http://schemas.microsoft.com/office/drawing/2014/main" id="{73162FBC-1EE8-4355-8B2B-CB9A5B4BD5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3" name="Group 92">
            <a:extLst>
              <a:ext uri="{FF2B5EF4-FFF2-40B4-BE49-F238E27FC236}">
                <a16:creationId xmlns:a16="http://schemas.microsoft.com/office/drawing/2014/main" id="{C2940EF9-7ECF-49BA-8F14-5EBC7ADE07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74" name="Straight Connector 73">
              <a:extLst>
                <a:ext uri="{FF2B5EF4-FFF2-40B4-BE49-F238E27FC236}">
                  <a16:creationId xmlns:a16="http://schemas.microsoft.com/office/drawing/2014/main" id="{DF9A5AE3-5A1E-4528-BDC2-D32A66EFFD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039C6801-3BB8-4C41-9385-D9CE4F1485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8EA6929-FF51-4E95-8E16-80E9F371AE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BE91CBD-B19A-4299-90BD-CC3AB69766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96" name="Rectangle 95">
            <a:extLst>
              <a:ext uri="{FF2B5EF4-FFF2-40B4-BE49-F238E27FC236}">
                <a16:creationId xmlns:a16="http://schemas.microsoft.com/office/drawing/2014/main" id="{26CE109B-4241-4CF1-B587-868774BB4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7" name="Group 96">
            <a:extLst>
              <a:ext uri="{FF2B5EF4-FFF2-40B4-BE49-F238E27FC236}">
                <a16:creationId xmlns:a16="http://schemas.microsoft.com/office/drawing/2014/main" id="{DD107650-C271-404F-98D8-BB8E7E0306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82" name="Straight Connector 81">
              <a:extLst>
                <a:ext uri="{FF2B5EF4-FFF2-40B4-BE49-F238E27FC236}">
                  <a16:creationId xmlns:a16="http://schemas.microsoft.com/office/drawing/2014/main" id="{41F01725-EDBB-493E-A610-EF9ACBABB2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C8E2A80-F420-488D-AE39-E20BC61B19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58A20B2-85E4-4C64-A75F-376DA772A4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88BDCE8-2392-4F5E-B6B4-AD19C903B9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 name="Title 1">
            <a:extLst>
              <a:ext uri="{FF2B5EF4-FFF2-40B4-BE49-F238E27FC236}">
                <a16:creationId xmlns:a16="http://schemas.microsoft.com/office/drawing/2014/main" id="{5D46A727-C1D7-206A-ECB2-433A7BA35764}"/>
              </a:ext>
            </a:extLst>
          </p:cNvPr>
          <p:cNvSpPr txBox="1">
            <a:spLocks/>
          </p:cNvSpPr>
          <p:nvPr/>
        </p:nvSpPr>
        <p:spPr>
          <a:xfrm>
            <a:off x="838200" y="365125"/>
            <a:ext cx="10515600" cy="1325563"/>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1" i="0" u="none" strike="noStrike" kern="1200" cap="none" spc="0" normalizeH="0" baseline="0" noProof="0" dirty="0">
                <a:ln>
                  <a:noFill/>
                </a:ln>
                <a:solidFill>
                  <a:prstClr val="white"/>
                </a:solidFill>
                <a:effectLst/>
                <a:uLnTx/>
                <a:uFillTx/>
                <a:latin typeface="PT Mono" panose="02060509020205020204" pitchFamily="49" charset="77"/>
                <a:ea typeface="+mj-ea"/>
                <a:cs typeface="+mj-cs"/>
              </a:rPr>
              <a:t>Results</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000" b="1" i="0" u="none" strike="noStrike" kern="1200" cap="none" spc="0" normalizeH="0" baseline="0" noProof="0" dirty="0">
                <a:ln>
                  <a:noFill/>
                </a:ln>
                <a:solidFill>
                  <a:prstClr val="white"/>
                </a:solidFill>
                <a:effectLst/>
                <a:uLnTx/>
                <a:uFillTx/>
                <a:latin typeface="PT Mono" panose="02060509020205020204" pitchFamily="49" charset="77"/>
                <a:ea typeface="+mj-ea"/>
                <a:cs typeface="+mj-cs"/>
              </a:rPr>
              <a:t>Global Feature Importance</a:t>
            </a:r>
          </a:p>
        </p:txBody>
      </p:sp>
      <p:pic>
        <p:nvPicPr>
          <p:cNvPr id="4" name="Picture 3">
            <a:extLst>
              <a:ext uri="{FF2B5EF4-FFF2-40B4-BE49-F238E27FC236}">
                <a16:creationId xmlns:a16="http://schemas.microsoft.com/office/drawing/2014/main" id="{C99E7B91-AB63-D671-FD72-51DA8D1FD051}"/>
              </a:ext>
            </a:extLst>
          </p:cNvPr>
          <p:cNvPicPr>
            <a:picLocks noChangeAspect="1"/>
          </p:cNvPicPr>
          <p:nvPr/>
        </p:nvPicPr>
        <p:blipFill>
          <a:blip r:embed="rId2"/>
          <a:srcRect/>
          <a:stretch/>
        </p:blipFill>
        <p:spPr>
          <a:xfrm>
            <a:off x="2719042" y="1738234"/>
            <a:ext cx="6753916" cy="5000052"/>
          </a:xfrm>
          <a:prstGeom prst="rect">
            <a:avLst/>
          </a:prstGeom>
        </p:spPr>
      </p:pic>
    </p:spTree>
    <p:extLst>
      <p:ext uri="{BB962C8B-B14F-4D97-AF65-F5344CB8AC3E}">
        <p14:creationId xmlns:p14="http://schemas.microsoft.com/office/powerpoint/2010/main" val="1038115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 name="Rectangle 85">
            <a:extLst>
              <a:ext uri="{FF2B5EF4-FFF2-40B4-BE49-F238E27FC236}">
                <a16:creationId xmlns:a16="http://schemas.microsoft.com/office/drawing/2014/main" id="{FD4AD0ED-45F1-4AB2-8C18-7DED238A0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Rectangle 86">
            <a:extLst>
              <a:ext uri="{FF2B5EF4-FFF2-40B4-BE49-F238E27FC236}">
                <a16:creationId xmlns:a16="http://schemas.microsoft.com/office/drawing/2014/main" id="{B7430622-9855-482E-98A8-1FAECC9090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88" name="Group 87">
            <a:extLst>
              <a:ext uri="{FF2B5EF4-FFF2-40B4-BE49-F238E27FC236}">
                <a16:creationId xmlns:a16="http://schemas.microsoft.com/office/drawing/2014/main" id="{715C76D5-716D-420A-ABDC-55BF6D9ED2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64" name="Oval 63">
              <a:extLst>
                <a:ext uri="{FF2B5EF4-FFF2-40B4-BE49-F238E27FC236}">
                  <a16:creationId xmlns:a16="http://schemas.microsoft.com/office/drawing/2014/main" id="{79875022-E2DB-4A9E-8832-E7009F0E4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Oval 88">
              <a:extLst>
                <a:ext uri="{FF2B5EF4-FFF2-40B4-BE49-F238E27FC236}">
                  <a16:creationId xmlns:a16="http://schemas.microsoft.com/office/drawing/2014/main" id="{DBFBDCA6-4D2C-451E-8205-8C334DCEE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Oval 65">
              <a:extLst>
                <a:ext uri="{FF2B5EF4-FFF2-40B4-BE49-F238E27FC236}">
                  <a16:creationId xmlns:a16="http://schemas.microsoft.com/office/drawing/2014/main" id="{E395B2B7-3263-461B-8800-669EBE884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 name="Oval 89">
              <a:extLst>
                <a:ext uri="{FF2B5EF4-FFF2-40B4-BE49-F238E27FC236}">
                  <a16:creationId xmlns:a16="http://schemas.microsoft.com/office/drawing/2014/main" id="{A727DC78-6D51-415D-878D-516F840FB6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8" name="Oval 67">
              <a:extLst>
                <a:ext uri="{FF2B5EF4-FFF2-40B4-BE49-F238E27FC236}">
                  <a16:creationId xmlns:a16="http://schemas.microsoft.com/office/drawing/2014/main" id="{8405FB7A-34E4-454E-80C1-3AF31F6003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 name="Oval 90">
              <a:extLst>
                <a:ext uri="{FF2B5EF4-FFF2-40B4-BE49-F238E27FC236}">
                  <a16:creationId xmlns:a16="http://schemas.microsoft.com/office/drawing/2014/main" id="{C56EC0F8-CE39-4C95-B52D-033DBF561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92" name="Rectangle 91">
            <a:extLst>
              <a:ext uri="{FF2B5EF4-FFF2-40B4-BE49-F238E27FC236}">
                <a16:creationId xmlns:a16="http://schemas.microsoft.com/office/drawing/2014/main" id="{73162FBC-1EE8-4355-8B2B-CB9A5B4BD5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3" name="Group 92">
            <a:extLst>
              <a:ext uri="{FF2B5EF4-FFF2-40B4-BE49-F238E27FC236}">
                <a16:creationId xmlns:a16="http://schemas.microsoft.com/office/drawing/2014/main" id="{C2940EF9-7ECF-49BA-8F14-5EBC7ADE07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74" name="Straight Connector 73">
              <a:extLst>
                <a:ext uri="{FF2B5EF4-FFF2-40B4-BE49-F238E27FC236}">
                  <a16:creationId xmlns:a16="http://schemas.microsoft.com/office/drawing/2014/main" id="{DF9A5AE3-5A1E-4528-BDC2-D32A66EFFD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039C6801-3BB8-4C41-9385-D9CE4F1485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8EA6929-FF51-4E95-8E16-80E9F371AE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BE91CBD-B19A-4299-90BD-CC3AB69766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96" name="Rectangle 95">
            <a:extLst>
              <a:ext uri="{FF2B5EF4-FFF2-40B4-BE49-F238E27FC236}">
                <a16:creationId xmlns:a16="http://schemas.microsoft.com/office/drawing/2014/main" id="{26CE109B-4241-4CF1-B587-868774BB4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7" name="Group 96">
            <a:extLst>
              <a:ext uri="{FF2B5EF4-FFF2-40B4-BE49-F238E27FC236}">
                <a16:creationId xmlns:a16="http://schemas.microsoft.com/office/drawing/2014/main" id="{DD107650-C271-404F-98D8-BB8E7E0306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82" name="Straight Connector 81">
              <a:extLst>
                <a:ext uri="{FF2B5EF4-FFF2-40B4-BE49-F238E27FC236}">
                  <a16:creationId xmlns:a16="http://schemas.microsoft.com/office/drawing/2014/main" id="{41F01725-EDBB-493E-A610-EF9ACBABB2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C8E2A80-F420-488D-AE39-E20BC61B19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58A20B2-85E4-4C64-A75F-376DA772A4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88BDCE8-2392-4F5E-B6B4-AD19C903B9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63AA244F-A0EC-C276-601E-B1EC53C7857E}"/>
              </a:ext>
            </a:extLst>
          </p:cNvPr>
          <p:cNvGrpSpPr/>
          <p:nvPr/>
        </p:nvGrpSpPr>
        <p:grpSpPr>
          <a:xfrm>
            <a:off x="3810103" y="163484"/>
            <a:ext cx="8064497" cy="6546467"/>
            <a:chOff x="3810103" y="163484"/>
            <a:chExt cx="8064497" cy="6546467"/>
          </a:xfrm>
        </p:grpSpPr>
        <p:pic>
          <p:nvPicPr>
            <p:cNvPr id="2" name="Picture 1">
              <a:extLst>
                <a:ext uri="{FF2B5EF4-FFF2-40B4-BE49-F238E27FC236}">
                  <a16:creationId xmlns:a16="http://schemas.microsoft.com/office/drawing/2014/main" id="{AD325632-192D-4587-B360-51D84DC250F8}"/>
                </a:ext>
              </a:extLst>
            </p:cNvPr>
            <p:cNvPicPr>
              <a:picLocks noChangeAspect="1"/>
            </p:cNvPicPr>
            <p:nvPr/>
          </p:nvPicPr>
          <p:blipFill>
            <a:blip r:embed="rId3"/>
            <a:srcRect/>
            <a:stretch/>
          </p:blipFill>
          <p:spPr>
            <a:xfrm>
              <a:off x="7962548" y="163484"/>
              <a:ext cx="3912052" cy="3196789"/>
            </a:xfrm>
            <a:prstGeom prst="rect">
              <a:avLst/>
            </a:prstGeom>
          </p:spPr>
        </p:pic>
        <p:pic>
          <p:nvPicPr>
            <p:cNvPr id="4" name="Picture 3">
              <a:extLst>
                <a:ext uri="{FF2B5EF4-FFF2-40B4-BE49-F238E27FC236}">
                  <a16:creationId xmlns:a16="http://schemas.microsoft.com/office/drawing/2014/main" id="{759EBB9C-C474-734F-448F-C13E5D6F2A3E}"/>
                </a:ext>
              </a:extLst>
            </p:cNvPr>
            <p:cNvPicPr>
              <a:picLocks noChangeAspect="1"/>
            </p:cNvPicPr>
            <p:nvPr/>
          </p:nvPicPr>
          <p:blipFill>
            <a:blip r:embed="rId4"/>
            <a:srcRect/>
            <a:stretch/>
          </p:blipFill>
          <p:spPr>
            <a:xfrm>
              <a:off x="3810103" y="3508120"/>
              <a:ext cx="3905486" cy="3191424"/>
            </a:xfrm>
            <a:prstGeom prst="rect">
              <a:avLst/>
            </a:prstGeom>
          </p:spPr>
        </p:pic>
        <p:pic>
          <p:nvPicPr>
            <p:cNvPr id="5" name="Picture 4">
              <a:extLst>
                <a:ext uri="{FF2B5EF4-FFF2-40B4-BE49-F238E27FC236}">
                  <a16:creationId xmlns:a16="http://schemas.microsoft.com/office/drawing/2014/main" id="{A73226E9-3D2E-E07D-A023-6953B4189682}"/>
                </a:ext>
              </a:extLst>
            </p:cNvPr>
            <p:cNvPicPr>
              <a:picLocks noChangeAspect="1"/>
            </p:cNvPicPr>
            <p:nvPr/>
          </p:nvPicPr>
          <p:blipFill>
            <a:blip r:embed="rId5"/>
            <a:srcRect/>
            <a:stretch/>
          </p:blipFill>
          <p:spPr>
            <a:xfrm>
              <a:off x="7962548" y="3513162"/>
              <a:ext cx="3912052" cy="3196789"/>
            </a:xfrm>
            <a:prstGeom prst="rect">
              <a:avLst/>
            </a:prstGeom>
          </p:spPr>
        </p:pic>
        <p:pic>
          <p:nvPicPr>
            <p:cNvPr id="6" name="Picture 5">
              <a:extLst>
                <a:ext uri="{FF2B5EF4-FFF2-40B4-BE49-F238E27FC236}">
                  <a16:creationId xmlns:a16="http://schemas.microsoft.com/office/drawing/2014/main" id="{10C55913-6056-8090-AB8B-088905A32E46}"/>
                </a:ext>
              </a:extLst>
            </p:cNvPr>
            <p:cNvPicPr>
              <a:picLocks noChangeAspect="1"/>
            </p:cNvPicPr>
            <p:nvPr/>
          </p:nvPicPr>
          <p:blipFill>
            <a:blip r:embed="rId6"/>
            <a:srcRect/>
            <a:stretch/>
          </p:blipFill>
          <p:spPr>
            <a:xfrm>
              <a:off x="3811857" y="170200"/>
              <a:ext cx="3905486" cy="3191424"/>
            </a:xfrm>
            <a:prstGeom prst="rect">
              <a:avLst/>
            </a:prstGeom>
          </p:spPr>
        </p:pic>
      </p:grpSp>
      <p:sp>
        <p:nvSpPr>
          <p:cNvPr id="9" name="Pentagon 8">
            <a:extLst>
              <a:ext uri="{FF2B5EF4-FFF2-40B4-BE49-F238E27FC236}">
                <a16:creationId xmlns:a16="http://schemas.microsoft.com/office/drawing/2014/main" id="{C686DA2F-FE7B-D908-9816-C5C1E36C7622}"/>
              </a:ext>
            </a:extLst>
          </p:cNvPr>
          <p:cNvSpPr/>
          <p:nvPr/>
        </p:nvSpPr>
        <p:spPr>
          <a:xfrm>
            <a:off x="-5267" y="1251276"/>
            <a:ext cx="3775924" cy="4348689"/>
          </a:xfrm>
          <a:prstGeom prst="homePlate">
            <a:avLst>
              <a:gd name="adj" fmla="val 50285"/>
            </a:avLst>
          </a:prstGeom>
          <a:solidFill>
            <a:srgbClr val="3A486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PT Mono" panose="02060509020205020204" pitchFamily="49" charset="77"/>
              </a:rPr>
              <a:t>Results</a:t>
            </a:r>
          </a:p>
          <a:p>
            <a:pPr algn="ctr"/>
            <a:r>
              <a:rPr lang="en-US" sz="1600" b="1" dirty="0">
                <a:latin typeface="PT Mono" panose="02060509020205020204" pitchFamily="49" charset="77"/>
              </a:rPr>
              <a:t>Normalized Confusion Matrices</a:t>
            </a:r>
            <a:endParaRPr lang="en-US" sz="1000" b="1" dirty="0">
              <a:latin typeface="PT Mono" panose="02060509020205020204" pitchFamily="49" charset="77"/>
            </a:endParaRPr>
          </a:p>
        </p:txBody>
      </p:sp>
      <p:sp>
        <p:nvSpPr>
          <p:cNvPr id="11" name="TextBox 10">
            <a:extLst>
              <a:ext uri="{FF2B5EF4-FFF2-40B4-BE49-F238E27FC236}">
                <a16:creationId xmlns:a16="http://schemas.microsoft.com/office/drawing/2014/main" id="{FE6CE133-691C-67D7-7F73-4F6EB77C3B17}"/>
              </a:ext>
            </a:extLst>
          </p:cNvPr>
          <p:cNvSpPr txBox="1"/>
          <p:nvPr/>
        </p:nvSpPr>
        <p:spPr>
          <a:xfrm>
            <a:off x="805218" y="166217"/>
            <a:ext cx="2881515" cy="646331"/>
          </a:xfrm>
          <a:prstGeom prst="rect">
            <a:avLst/>
          </a:prstGeom>
          <a:noFill/>
        </p:spPr>
        <p:txBody>
          <a:bodyPr wrap="square" rtlCol="0">
            <a:spAutoFit/>
          </a:bodyPr>
          <a:lstStyle/>
          <a:p>
            <a:pPr algn="r"/>
            <a:r>
              <a:rPr lang="en-US" b="1" dirty="0" err="1">
                <a:solidFill>
                  <a:schemeClr val="bg1"/>
                </a:solidFill>
              </a:rPr>
              <a:t>XGBoost</a:t>
            </a:r>
            <a:r>
              <a:rPr lang="en-US" b="1" dirty="0">
                <a:solidFill>
                  <a:schemeClr val="bg1"/>
                </a:solidFill>
              </a:rPr>
              <a:t> &amp; </a:t>
            </a:r>
          </a:p>
          <a:p>
            <a:pPr algn="r"/>
            <a:r>
              <a:rPr lang="en-US" b="1" dirty="0">
                <a:solidFill>
                  <a:schemeClr val="bg1"/>
                </a:solidFill>
              </a:rPr>
              <a:t>Logistic </a:t>
            </a:r>
            <a:r>
              <a:rPr lang="en-US" b="1" dirty="0">
                <a:solidFill>
                  <a:schemeClr val="bg1"/>
                </a:solidFill>
                <a:latin typeface="PT Mono" panose="02060509020205020204" pitchFamily="49" charset="77"/>
              </a:rPr>
              <a:t>Regression</a:t>
            </a:r>
            <a:r>
              <a:rPr lang="en-US" b="1" dirty="0">
                <a:solidFill>
                  <a:schemeClr val="bg1"/>
                </a:solidFill>
              </a:rPr>
              <a:t> (L2)</a:t>
            </a:r>
          </a:p>
        </p:txBody>
      </p:sp>
      <p:sp>
        <p:nvSpPr>
          <p:cNvPr id="12" name="TextBox 11">
            <a:extLst>
              <a:ext uri="{FF2B5EF4-FFF2-40B4-BE49-F238E27FC236}">
                <a16:creationId xmlns:a16="http://schemas.microsoft.com/office/drawing/2014/main" id="{CF2B49DF-5A00-9C25-F9B7-ABAAE127DE94}"/>
              </a:ext>
            </a:extLst>
          </p:cNvPr>
          <p:cNvSpPr txBox="1"/>
          <p:nvPr/>
        </p:nvSpPr>
        <p:spPr>
          <a:xfrm>
            <a:off x="359789" y="6275192"/>
            <a:ext cx="3316139" cy="369332"/>
          </a:xfrm>
          <a:prstGeom prst="rect">
            <a:avLst/>
          </a:prstGeom>
          <a:noFill/>
        </p:spPr>
        <p:txBody>
          <a:bodyPr wrap="square" rtlCol="0">
            <a:spAutoFit/>
          </a:bodyPr>
          <a:lstStyle/>
          <a:p>
            <a:pPr algn="r"/>
            <a:r>
              <a:rPr lang="en-US" b="1" dirty="0">
                <a:solidFill>
                  <a:schemeClr val="bg1"/>
                </a:solidFill>
              </a:rPr>
              <a:t>Random Forest &amp; SVC</a:t>
            </a:r>
          </a:p>
        </p:txBody>
      </p:sp>
    </p:spTree>
    <p:extLst>
      <p:ext uri="{BB962C8B-B14F-4D97-AF65-F5344CB8AC3E}">
        <p14:creationId xmlns:p14="http://schemas.microsoft.com/office/powerpoint/2010/main" val="3388398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 name="Rectangle 85">
            <a:extLst>
              <a:ext uri="{FF2B5EF4-FFF2-40B4-BE49-F238E27FC236}">
                <a16:creationId xmlns:a16="http://schemas.microsoft.com/office/drawing/2014/main" id="{FD4AD0ED-45F1-4AB2-8C18-7DED238A0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Rectangle 86">
            <a:extLst>
              <a:ext uri="{FF2B5EF4-FFF2-40B4-BE49-F238E27FC236}">
                <a16:creationId xmlns:a16="http://schemas.microsoft.com/office/drawing/2014/main" id="{B7430622-9855-482E-98A8-1FAECC9090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88" name="Group 87">
            <a:extLst>
              <a:ext uri="{FF2B5EF4-FFF2-40B4-BE49-F238E27FC236}">
                <a16:creationId xmlns:a16="http://schemas.microsoft.com/office/drawing/2014/main" id="{715C76D5-716D-420A-ABDC-55BF6D9ED2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64" name="Oval 63">
              <a:extLst>
                <a:ext uri="{FF2B5EF4-FFF2-40B4-BE49-F238E27FC236}">
                  <a16:creationId xmlns:a16="http://schemas.microsoft.com/office/drawing/2014/main" id="{79875022-E2DB-4A9E-8832-E7009F0E4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Oval 88">
              <a:extLst>
                <a:ext uri="{FF2B5EF4-FFF2-40B4-BE49-F238E27FC236}">
                  <a16:creationId xmlns:a16="http://schemas.microsoft.com/office/drawing/2014/main" id="{DBFBDCA6-4D2C-451E-8205-8C334DCEE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Oval 65">
              <a:extLst>
                <a:ext uri="{FF2B5EF4-FFF2-40B4-BE49-F238E27FC236}">
                  <a16:creationId xmlns:a16="http://schemas.microsoft.com/office/drawing/2014/main" id="{E395B2B7-3263-461B-8800-669EBE884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 name="Oval 89">
              <a:extLst>
                <a:ext uri="{FF2B5EF4-FFF2-40B4-BE49-F238E27FC236}">
                  <a16:creationId xmlns:a16="http://schemas.microsoft.com/office/drawing/2014/main" id="{A727DC78-6D51-415D-878D-516F840FB6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8" name="Oval 67">
              <a:extLst>
                <a:ext uri="{FF2B5EF4-FFF2-40B4-BE49-F238E27FC236}">
                  <a16:creationId xmlns:a16="http://schemas.microsoft.com/office/drawing/2014/main" id="{8405FB7A-34E4-454E-80C1-3AF31F6003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 name="Oval 90">
              <a:extLst>
                <a:ext uri="{FF2B5EF4-FFF2-40B4-BE49-F238E27FC236}">
                  <a16:creationId xmlns:a16="http://schemas.microsoft.com/office/drawing/2014/main" id="{C56EC0F8-CE39-4C95-B52D-033DBF561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92" name="Rectangle 91">
            <a:extLst>
              <a:ext uri="{FF2B5EF4-FFF2-40B4-BE49-F238E27FC236}">
                <a16:creationId xmlns:a16="http://schemas.microsoft.com/office/drawing/2014/main" id="{73162FBC-1EE8-4355-8B2B-CB9A5B4BD5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3" name="Group 92">
            <a:extLst>
              <a:ext uri="{FF2B5EF4-FFF2-40B4-BE49-F238E27FC236}">
                <a16:creationId xmlns:a16="http://schemas.microsoft.com/office/drawing/2014/main" id="{C2940EF9-7ECF-49BA-8F14-5EBC7ADE07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74" name="Straight Connector 73">
              <a:extLst>
                <a:ext uri="{FF2B5EF4-FFF2-40B4-BE49-F238E27FC236}">
                  <a16:creationId xmlns:a16="http://schemas.microsoft.com/office/drawing/2014/main" id="{DF9A5AE3-5A1E-4528-BDC2-D32A66EFFD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039C6801-3BB8-4C41-9385-D9CE4F1485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8EA6929-FF51-4E95-8E16-80E9F371AE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BE91CBD-B19A-4299-90BD-CC3AB69766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96" name="Rectangle 95">
            <a:extLst>
              <a:ext uri="{FF2B5EF4-FFF2-40B4-BE49-F238E27FC236}">
                <a16:creationId xmlns:a16="http://schemas.microsoft.com/office/drawing/2014/main" id="{26CE109B-4241-4CF1-B587-868774BB4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7" name="Group 96">
            <a:extLst>
              <a:ext uri="{FF2B5EF4-FFF2-40B4-BE49-F238E27FC236}">
                <a16:creationId xmlns:a16="http://schemas.microsoft.com/office/drawing/2014/main" id="{DD107650-C271-404F-98D8-BB8E7E0306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82" name="Straight Connector 81">
              <a:extLst>
                <a:ext uri="{FF2B5EF4-FFF2-40B4-BE49-F238E27FC236}">
                  <a16:creationId xmlns:a16="http://schemas.microsoft.com/office/drawing/2014/main" id="{41F01725-EDBB-493E-A610-EF9ACBABB2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C8E2A80-F420-488D-AE39-E20BC61B19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58A20B2-85E4-4C64-A75F-376DA772A4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88BDCE8-2392-4F5E-B6B4-AD19C903B9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6" name="Picture 5">
            <a:extLst>
              <a:ext uri="{FF2B5EF4-FFF2-40B4-BE49-F238E27FC236}">
                <a16:creationId xmlns:a16="http://schemas.microsoft.com/office/drawing/2014/main" id="{10C55913-6056-8090-AB8B-088905A32E46}"/>
              </a:ext>
            </a:extLst>
          </p:cNvPr>
          <p:cNvPicPr>
            <a:picLocks noChangeAspect="1"/>
          </p:cNvPicPr>
          <p:nvPr/>
        </p:nvPicPr>
        <p:blipFill>
          <a:blip r:embed="rId3"/>
          <a:srcRect/>
          <a:stretch/>
        </p:blipFill>
        <p:spPr>
          <a:xfrm>
            <a:off x="3815315" y="173026"/>
            <a:ext cx="8010138" cy="6545598"/>
          </a:xfrm>
          <a:prstGeom prst="rect">
            <a:avLst/>
          </a:prstGeom>
        </p:spPr>
      </p:pic>
      <p:sp>
        <p:nvSpPr>
          <p:cNvPr id="9" name="Pentagon 8">
            <a:extLst>
              <a:ext uri="{FF2B5EF4-FFF2-40B4-BE49-F238E27FC236}">
                <a16:creationId xmlns:a16="http://schemas.microsoft.com/office/drawing/2014/main" id="{C686DA2F-FE7B-D908-9816-C5C1E36C7622}"/>
              </a:ext>
            </a:extLst>
          </p:cNvPr>
          <p:cNvSpPr/>
          <p:nvPr/>
        </p:nvSpPr>
        <p:spPr>
          <a:xfrm>
            <a:off x="-5267" y="1251276"/>
            <a:ext cx="3775924" cy="4348689"/>
          </a:xfrm>
          <a:prstGeom prst="homePlate">
            <a:avLst>
              <a:gd name="adj" fmla="val 50285"/>
            </a:avLst>
          </a:prstGeom>
          <a:solidFill>
            <a:srgbClr val="3A486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PT Mono" panose="02060509020205020204" pitchFamily="49" charset="77"/>
              </a:rPr>
              <a:t>Results</a:t>
            </a:r>
          </a:p>
          <a:p>
            <a:pPr algn="ctr"/>
            <a:r>
              <a:rPr lang="en-US" sz="1600" b="1" dirty="0" err="1">
                <a:latin typeface="PT Mono" panose="02060509020205020204" pitchFamily="49" charset="77"/>
              </a:rPr>
              <a:t>XGBoost</a:t>
            </a:r>
            <a:r>
              <a:rPr lang="en-US" sz="1600" b="1" dirty="0">
                <a:latin typeface="PT Mono" panose="02060509020205020204" pitchFamily="49" charset="77"/>
              </a:rPr>
              <a:t> Normalized Confusion Matrices</a:t>
            </a:r>
            <a:endParaRPr lang="en-US" sz="1000" b="1" dirty="0">
              <a:latin typeface="PT Mono" panose="02060509020205020204" pitchFamily="49" charset="77"/>
            </a:endParaRPr>
          </a:p>
        </p:txBody>
      </p:sp>
      <p:sp>
        <p:nvSpPr>
          <p:cNvPr id="3" name="Rectangle 2">
            <a:extLst>
              <a:ext uri="{FF2B5EF4-FFF2-40B4-BE49-F238E27FC236}">
                <a16:creationId xmlns:a16="http://schemas.microsoft.com/office/drawing/2014/main" id="{C7E2A0D6-DCA6-C577-1AEE-6F048D819140}"/>
              </a:ext>
            </a:extLst>
          </p:cNvPr>
          <p:cNvSpPr/>
          <p:nvPr/>
        </p:nvSpPr>
        <p:spPr>
          <a:xfrm>
            <a:off x="5029200" y="500580"/>
            <a:ext cx="5720862" cy="926881"/>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05827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1"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circle(in)">
                                      <p:cBhvr>
                                        <p:cTn id="13"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 name="Rectangle 85">
            <a:extLst>
              <a:ext uri="{FF2B5EF4-FFF2-40B4-BE49-F238E27FC236}">
                <a16:creationId xmlns:a16="http://schemas.microsoft.com/office/drawing/2014/main" id="{FD4AD0ED-45F1-4AB2-8C18-7DED238A0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Rectangle 86">
            <a:extLst>
              <a:ext uri="{FF2B5EF4-FFF2-40B4-BE49-F238E27FC236}">
                <a16:creationId xmlns:a16="http://schemas.microsoft.com/office/drawing/2014/main" id="{B7430622-9855-482E-98A8-1FAECC9090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88" name="Group 87">
            <a:extLst>
              <a:ext uri="{FF2B5EF4-FFF2-40B4-BE49-F238E27FC236}">
                <a16:creationId xmlns:a16="http://schemas.microsoft.com/office/drawing/2014/main" id="{715C76D5-716D-420A-ABDC-55BF6D9ED2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64" name="Oval 63">
              <a:extLst>
                <a:ext uri="{FF2B5EF4-FFF2-40B4-BE49-F238E27FC236}">
                  <a16:creationId xmlns:a16="http://schemas.microsoft.com/office/drawing/2014/main" id="{79875022-E2DB-4A9E-8832-E7009F0E4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Oval 88">
              <a:extLst>
                <a:ext uri="{FF2B5EF4-FFF2-40B4-BE49-F238E27FC236}">
                  <a16:creationId xmlns:a16="http://schemas.microsoft.com/office/drawing/2014/main" id="{DBFBDCA6-4D2C-451E-8205-8C334DCEE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Oval 65">
              <a:extLst>
                <a:ext uri="{FF2B5EF4-FFF2-40B4-BE49-F238E27FC236}">
                  <a16:creationId xmlns:a16="http://schemas.microsoft.com/office/drawing/2014/main" id="{E395B2B7-3263-461B-8800-669EBE884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 name="Oval 89">
              <a:extLst>
                <a:ext uri="{FF2B5EF4-FFF2-40B4-BE49-F238E27FC236}">
                  <a16:creationId xmlns:a16="http://schemas.microsoft.com/office/drawing/2014/main" id="{A727DC78-6D51-415D-878D-516F840FB6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8" name="Oval 67">
              <a:extLst>
                <a:ext uri="{FF2B5EF4-FFF2-40B4-BE49-F238E27FC236}">
                  <a16:creationId xmlns:a16="http://schemas.microsoft.com/office/drawing/2014/main" id="{8405FB7A-34E4-454E-80C1-3AF31F6003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 name="Oval 90">
              <a:extLst>
                <a:ext uri="{FF2B5EF4-FFF2-40B4-BE49-F238E27FC236}">
                  <a16:creationId xmlns:a16="http://schemas.microsoft.com/office/drawing/2014/main" id="{C56EC0F8-CE39-4C95-B52D-033DBF561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92" name="Rectangle 91">
            <a:extLst>
              <a:ext uri="{FF2B5EF4-FFF2-40B4-BE49-F238E27FC236}">
                <a16:creationId xmlns:a16="http://schemas.microsoft.com/office/drawing/2014/main" id="{73162FBC-1EE8-4355-8B2B-CB9A5B4BD5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3" name="Group 92">
            <a:extLst>
              <a:ext uri="{FF2B5EF4-FFF2-40B4-BE49-F238E27FC236}">
                <a16:creationId xmlns:a16="http://schemas.microsoft.com/office/drawing/2014/main" id="{C2940EF9-7ECF-49BA-8F14-5EBC7ADE07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74" name="Straight Connector 73">
              <a:extLst>
                <a:ext uri="{FF2B5EF4-FFF2-40B4-BE49-F238E27FC236}">
                  <a16:creationId xmlns:a16="http://schemas.microsoft.com/office/drawing/2014/main" id="{DF9A5AE3-5A1E-4528-BDC2-D32A66EFFD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039C6801-3BB8-4C41-9385-D9CE4F1485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8EA6929-FF51-4E95-8E16-80E9F371AE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BE91CBD-B19A-4299-90BD-CC3AB69766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96" name="Rectangle 95">
            <a:extLst>
              <a:ext uri="{FF2B5EF4-FFF2-40B4-BE49-F238E27FC236}">
                <a16:creationId xmlns:a16="http://schemas.microsoft.com/office/drawing/2014/main" id="{26CE109B-4241-4CF1-B587-868774BB4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7" name="Group 96">
            <a:extLst>
              <a:ext uri="{FF2B5EF4-FFF2-40B4-BE49-F238E27FC236}">
                <a16:creationId xmlns:a16="http://schemas.microsoft.com/office/drawing/2014/main" id="{DD107650-C271-404F-98D8-BB8E7E0306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82" name="Straight Connector 81">
              <a:extLst>
                <a:ext uri="{FF2B5EF4-FFF2-40B4-BE49-F238E27FC236}">
                  <a16:creationId xmlns:a16="http://schemas.microsoft.com/office/drawing/2014/main" id="{41F01725-EDBB-493E-A610-EF9ACBABB2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C8E2A80-F420-488D-AE39-E20BC61B19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58A20B2-85E4-4C64-A75F-376DA772A4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88BDCE8-2392-4F5E-B6B4-AD19C903B9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 name="Title 1">
            <a:extLst>
              <a:ext uri="{FF2B5EF4-FFF2-40B4-BE49-F238E27FC236}">
                <a16:creationId xmlns:a16="http://schemas.microsoft.com/office/drawing/2014/main" id="{5D46A727-C1D7-206A-ECB2-433A7BA35764}"/>
              </a:ext>
            </a:extLst>
          </p:cNvPr>
          <p:cNvSpPr txBox="1">
            <a:spLocks/>
          </p:cNvSpPr>
          <p:nvPr/>
        </p:nvSpPr>
        <p:spPr>
          <a:xfrm>
            <a:off x="838200" y="365125"/>
            <a:ext cx="10515600" cy="1325563"/>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1" i="0" u="none" strike="noStrike" kern="1200" cap="none" spc="0" normalizeH="0" baseline="0" noProof="0" dirty="0">
                <a:ln>
                  <a:noFill/>
                </a:ln>
                <a:solidFill>
                  <a:prstClr val="white"/>
                </a:solidFill>
                <a:effectLst/>
                <a:uLnTx/>
                <a:uFillTx/>
                <a:latin typeface="PT Mono" panose="02060509020205020204" pitchFamily="49" charset="77"/>
                <a:ea typeface="+mj-ea"/>
                <a:cs typeface="+mj-cs"/>
              </a:rPr>
              <a:t>Results</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000" b="1" i="0" u="none" strike="noStrike" kern="1200" cap="none" spc="0" normalizeH="0" baseline="0" noProof="0" dirty="0">
                <a:ln>
                  <a:noFill/>
                </a:ln>
                <a:solidFill>
                  <a:prstClr val="white"/>
                </a:solidFill>
                <a:effectLst/>
                <a:uLnTx/>
                <a:uFillTx/>
                <a:latin typeface="PT Mono" panose="02060509020205020204" pitchFamily="49" charset="77"/>
                <a:ea typeface="+mj-ea"/>
                <a:cs typeface="+mj-cs"/>
              </a:rPr>
              <a:t>Average Test Scores</a:t>
            </a:r>
          </a:p>
        </p:txBody>
      </p:sp>
      <p:graphicFrame>
        <p:nvGraphicFramePr>
          <p:cNvPr id="7" name="Table 6">
            <a:extLst>
              <a:ext uri="{FF2B5EF4-FFF2-40B4-BE49-F238E27FC236}">
                <a16:creationId xmlns:a16="http://schemas.microsoft.com/office/drawing/2014/main" id="{7074D6D3-5C0E-238A-83E2-A49FE21AD35D}"/>
              </a:ext>
            </a:extLst>
          </p:cNvPr>
          <p:cNvGraphicFramePr>
            <a:graphicFrameLocks noGrp="1"/>
          </p:cNvGraphicFramePr>
          <p:nvPr>
            <p:extLst>
              <p:ext uri="{D42A27DB-BD31-4B8C-83A1-F6EECF244321}">
                <p14:modId xmlns:p14="http://schemas.microsoft.com/office/powerpoint/2010/main" val="800223707"/>
              </p:ext>
            </p:extLst>
          </p:nvPr>
        </p:nvGraphicFramePr>
        <p:xfrm>
          <a:off x="508612" y="2218723"/>
          <a:ext cx="11397931" cy="3626777"/>
        </p:xfrm>
        <a:graphic>
          <a:graphicData uri="http://schemas.openxmlformats.org/drawingml/2006/table">
            <a:tbl>
              <a:tblPr/>
              <a:tblGrid>
                <a:gridCol w="2008025">
                  <a:extLst>
                    <a:ext uri="{9D8B030D-6E8A-4147-A177-3AD203B41FA5}">
                      <a16:colId xmlns:a16="http://schemas.microsoft.com/office/drawing/2014/main" val="4007768689"/>
                    </a:ext>
                  </a:extLst>
                </a:gridCol>
                <a:gridCol w="2047164">
                  <a:extLst>
                    <a:ext uri="{9D8B030D-6E8A-4147-A177-3AD203B41FA5}">
                      <a16:colId xmlns:a16="http://schemas.microsoft.com/office/drawing/2014/main" val="2110427647"/>
                    </a:ext>
                  </a:extLst>
                </a:gridCol>
                <a:gridCol w="2318591">
                  <a:extLst>
                    <a:ext uri="{9D8B030D-6E8A-4147-A177-3AD203B41FA5}">
                      <a16:colId xmlns:a16="http://schemas.microsoft.com/office/drawing/2014/main" val="1740088010"/>
                    </a:ext>
                  </a:extLst>
                </a:gridCol>
                <a:gridCol w="2881452">
                  <a:extLst>
                    <a:ext uri="{9D8B030D-6E8A-4147-A177-3AD203B41FA5}">
                      <a16:colId xmlns:a16="http://schemas.microsoft.com/office/drawing/2014/main" val="995941984"/>
                    </a:ext>
                  </a:extLst>
                </a:gridCol>
                <a:gridCol w="2142699">
                  <a:extLst>
                    <a:ext uri="{9D8B030D-6E8A-4147-A177-3AD203B41FA5}">
                      <a16:colId xmlns:a16="http://schemas.microsoft.com/office/drawing/2014/main" val="3995643563"/>
                    </a:ext>
                  </a:extLst>
                </a:gridCol>
              </a:tblGrid>
              <a:tr h="1394117">
                <a:tc>
                  <a:txBody>
                    <a:bodyPr/>
                    <a:lstStyle/>
                    <a:p>
                      <a:pPr algn="ctr" fontAlgn="b"/>
                      <a:endParaRPr lang="en-US" sz="1800" b="1" i="0" u="none" strike="noStrike" dirty="0">
                        <a:solidFill>
                          <a:schemeClr val="tx1"/>
                        </a:solidFill>
                        <a:effectLst/>
                        <a:latin typeface="PT Mono" panose="02060509020205020204" pitchFamily="49" charset="77"/>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800" b="1" i="0" u="none" strike="noStrike" dirty="0" err="1">
                          <a:solidFill>
                            <a:schemeClr val="tx1"/>
                          </a:solidFill>
                          <a:effectLst/>
                          <a:latin typeface="PT Mono" panose="02060509020205020204" pitchFamily="49" charset="77"/>
                        </a:rPr>
                        <a:t>XGBoost</a:t>
                      </a:r>
                      <a:endParaRPr lang="en-US" sz="1800" b="1" i="0" u="none" strike="noStrike" dirty="0">
                        <a:solidFill>
                          <a:schemeClr val="tx1"/>
                        </a:solidFill>
                        <a:effectLst/>
                        <a:latin typeface="PT Mono" panose="02060509020205020204" pitchFamily="49" charset="77"/>
                      </a:endParaRPr>
                    </a:p>
                    <a:p>
                      <a:pPr algn="ctr" fontAlgn="b"/>
                      <a:r>
                        <a:rPr lang="en-US" sz="1800" b="1" i="0" u="none" strike="noStrike" dirty="0">
                          <a:solidFill>
                            <a:schemeClr val="tx1"/>
                          </a:solidFill>
                          <a:effectLst/>
                          <a:latin typeface="PT Mono" panose="02060509020205020204" pitchFamily="49" charset="77"/>
                        </a:rPr>
                        <a:t>Mean +/-</a:t>
                      </a:r>
                      <a:r>
                        <a:rPr lang="en-US" sz="1800" b="1" i="0" u="none" strike="noStrike" dirty="0" err="1">
                          <a:solidFill>
                            <a:schemeClr val="tx1"/>
                          </a:solidFill>
                          <a:effectLst/>
                          <a:latin typeface="PT Mono" panose="02060509020205020204" pitchFamily="49" charset="77"/>
                        </a:rPr>
                        <a:t>StDev</a:t>
                      </a:r>
                      <a:endParaRPr lang="en-US" sz="1800" b="1" i="0" u="none" strike="noStrike" dirty="0">
                        <a:solidFill>
                          <a:schemeClr val="tx1"/>
                        </a:solidFill>
                        <a:effectLst/>
                        <a:latin typeface="PT Mono" panose="02060509020205020204" pitchFamily="49" charset="77"/>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800" b="1" i="0" u="none" strike="noStrike" dirty="0">
                          <a:solidFill>
                            <a:schemeClr val="tx1"/>
                          </a:solidFill>
                          <a:effectLst/>
                          <a:latin typeface="PT Mono" panose="02060509020205020204" pitchFamily="49" charset="77"/>
                        </a:rPr>
                        <a:t>Logistic Regression L2</a:t>
                      </a:r>
                    </a:p>
                    <a:p>
                      <a:pPr algn="ctr" fontAlgn="b"/>
                      <a:r>
                        <a:rPr lang="en-US" sz="1800" b="1" i="0" u="none" strike="noStrike" dirty="0">
                          <a:solidFill>
                            <a:schemeClr val="tx1"/>
                          </a:solidFill>
                          <a:effectLst/>
                          <a:latin typeface="PT Mono" panose="02060509020205020204" pitchFamily="49" charset="77"/>
                        </a:rPr>
                        <a:t>Mean +/-</a:t>
                      </a:r>
                      <a:r>
                        <a:rPr lang="en-US" sz="1800" b="1" i="0" u="none" strike="noStrike" dirty="0" err="1">
                          <a:solidFill>
                            <a:schemeClr val="tx1"/>
                          </a:solidFill>
                          <a:effectLst/>
                          <a:latin typeface="PT Mono" panose="02060509020205020204" pitchFamily="49" charset="77"/>
                        </a:rPr>
                        <a:t>StDev</a:t>
                      </a:r>
                      <a:endParaRPr lang="en-US" sz="1800" b="1" i="0" u="none" strike="noStrike" dirty="0">
                        <a:solidFill>
                          <a:schemeClr val="tx1"/>
                        </a:solidFill>
                        <a:effectLst/>
                        <a:latin typeface="PT Mono" panose="02060509020205020204" pitchFamily="49" charset="77"/>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800" b="1" i="0" u="none" strike="noStrike" dirty="0">
                          <a:solidFill>
                            <a:schemeClr val="tx1"/>
                          </a:solidFill>
                          <a:effectLst/>
                          <a:latin typeface="PT Mono" panose="02060509020205020204" pitchFamily="49" charset="77"/>
                        </a:rPr>
                        <a:t>Random Forest</a:t>
                      </a:r>
                    </a:p>
                    <a:p>
                      <a:pPr algn="ctr" fontAlgn="b"/>
                      <a:r>
                        <a:rPr lang="en-US" sz="1800" b="1" i="0" u="none" strike="noStrike" dirty="0">
                          <a:solidFill>
                            <a:schemeClr val="tx1"/>
                          </a:solidFill>
                          <a:effectLst/>
                          <a:latin typeface="PT Mono" panose="02060509020205020204" pitchFamily="49" charset="77"/>
                        </a:rPr>
                        <a:t>Mean +/-</a:t>
                      </a:r>
                      <a:r>
                        <a:rPr lang="en-US" sz="1800" b="1" i="0" u="none" strike="noStrike" dirty="0" err="1">
                          <a:solidFill>
                            <a:schemeClr val="tx1"/>
                          </a:solidFill>
                          <a:effectLst/>
                          <a:latin typeface="PT Mono" panose="02060509020205020204" pitchFamily="49" charset="77"/>
                        </a:rPr>
                        <a:t>StDev</a:t>
                      </a:r>
                      <a:endParaRPr lang="en-US" sz="1800" b="1" i="0" u="none" strike="noStrike" dirty="0">
                        <a:solidFill>
                          <a:schemeClr val="tx1"/>
                        </a:solidFill>
                        <a:effectLst/>
                        <a:latin typeface="PT Mono" panose="02060509020205020204" pitchFamily="49" charset="77"/>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800" b="1" i="0" u="none" strike="noStrike" dirty="0">
                          <a:solidFill>
                            <a:schemeClr val="tx1"/>
                          </a:solidFill>
                          <a:effectLst/>
                          <a:latin typeface="PT Mono" panose="02060509020205020204" pitchFamily="49" charset="77"/>
                        </a:rPr>
                        <a:t>SVC</a:t>
                      </a:r>
                    </a:p>
                    <a:p>
                      <a:pPr algn="ctr" fontAlgn="b"/>
                      <a:r>
                        <a:rPr lang="en-US" sz="1800" b="1" i="0" u="none" strike="noStrike" dirty="0">
                          <a:solidFill>
                            <a:schemeClr val="tx1"/>
                          </a:solidFill>
                          <a:effectLst/>
                          <a:latin typeface="PT Mono" panose="02060509020205020204" pitchFamily="49" charset="77"/>
                        </a:rPr>
                        <a:t>Mean +/-</a:t>
                      </a:r>
                      <a:r>
                        <a:rPr lang="en-US" sz="1800" b="1" i="0" u="none" strike="noStrike" dirty="0" err="1">
                          <a:solidFill>
                            <a:schemeClr val="tx1"/>
                          </a:solidFill>
                          <a:effectLst/>
                          <a:latin typeface="PT Mono" panose="02060509020205020204" pitchFamily="49" charset="77"/>
                        </a:rPr>
                        <a:t>StDev</a:t>
                      </a:r>
                      <a:endParaRPr lang="en-US" sz="1800" b="1" i="0" u="none" strike="noStrike" dirty="0">
                        <a:solidFill>
                          <a:schemeClr val="tx1"/>
                        </a:solidFill>
                        <a:effectLst/>
                        <a:latin typeface="PT Mono" panose="02060509020205020204" pitchFamily="49" charset="77"/>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555565718"/>
                  </a:ext>
                </a:extLst>
              </a:tr>
              <a:tr h="507529">
                <a:tc>
                  <a:txBody>
                    <a:bodyPr/>
                    <a:lstStyle/>
                    <a:p>
                      <a:pPr algn="ctr" fontAlgn="b"/>
                      <a:r>
                        <a:rPr lang="en-US" sz="1800" b="1" i="0" u="none" strike="noStrike" dirty="0">
                          <a:solidFill>
                            <a:schemeClr val="tx1"/>
                          </a:solidFill>
                          <a:effectLst/>
                          <a:latin typeface="PT Mono" panose="02060509020205020204" pitchFamily="49" charset="77"/>
                        </a:rPr>
                        <a:t>Accuracy</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800" b="1" i="0" u="none" strike="noStrike" dirty="0">
                          <a:solidFill>
                            <a:schemeClr val="tx1"/>
                          </a:solidFill>
                          <a:effectLst/>
                          <a:latin typeface="PT Mono" panose="02060509020205020204" pitchFamily="49" charset="77"/>
                        </a:rPr>
                        <a:t>0.774 </a:t>
                      </a:r>
                    </a:p>
                    <a:p>
                      <a:pPr algn="ctr" fontAlgn="b"/>
                      <a:r>
                        <a:rPr lang="en-US" sz="1800" b="1" i="0" u="none" strike="noStrike" dirty="0">
                          <a:solidFill>
                            <a:schemeClr val="tx1"/>
                          </a:solidFill>
                          <a:effectLst/>
                          <a:latin typeface="PT Mono" panose="02060509020205020204" pitchFamily="49" charset="77"/>
                        </a:rPr>
                        <a:t>+/-0.053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fontAlgn="b"/>
                      <a:r>
                        <a:rPr lang="en-US" sz="1800" b="0" i="0" u="none" strike="noStrike" dirty="0">
                          <a:solidFill>
                            <a:schemeClr val="tx1"/>
                          </a:solidFill>
                          <a:effectLst/>
                          <a:latin typeface="PT Mono" panose="02060509020205020204" pitchFamily="49" charset="77"/>
                        </a:rPr>
                        <a:t>0.759 </a:t>
                      </a:r>
                    </a:p>
                    <a:p>
                      <a:pPr algn="ctr" fontAlgn="b"/>
                      <a:r>
                        <a:rPr lang="en-US" sz="1800" b="0" i="0" u="none" strike="noStrike" dirty="0">
                          <a:solidFill>
                            <a:schemeClr val="tx1"/>
                          </a:solidFill>
                          <a:effectLst/>
                          <a:latin typeface="PT Mono" panose="02060509020205020204" pitchFamily="49" charset="77"/>
                        </a:rPr>
                        <a:t>+/-0.054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b"/>
                      <a:r>
                        <a:rPr lang="en-US" sz="1800" b="0" i="0" u="none" strike="noStrike" dirty="0">
                          <a:solidFill>
                            <a:schemeClr val="tx1"/>
                          </a:solidFill>
                          <a:effectLst/>
                          <a:latin typeface="PT Mono" panose="02060509020205020204" pitchFamily="49" charset="77"/>
                        </a:rPr>
                        <a:t>0.766 </a:t>
                      </a:r>
                    </a:p>
                    <a:p>
                      <a:pPr algn="ctr" fontAlgn="b"/>
                      <a:r>
                        <a:rPr lang="en-US" sz="1800" b="0" i="0" u="none" strike="noStrike" dirty="0">
                          <a:solidFill>
                            <a:schemeClr val="tx1"/>
                          </a:solidFill>
                          <a:effectLst/>
                          <a:latin typeface="PT Mono" panose="02060509020205020204" pitchFamily="49" charset="77"/>
                        </a:rPr>
                        <a:t>+/-0.050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b"/>
                      <a:r>
                        <a:rPr lang="en-US" sz="1800" b="0" i="0" u="none" strike="noStrike" dirty="0">
                          <a:solidFill>
                            <a:schemeClr val="tx1"/>
                          </a:solidFill>
                          <a:effectLst/>
                          <a:latin typeface="PT Mono" panose="02060509020205020204" pitchFamily="49" charset="77"/>
                        </a:rPr>
                        <a:t>0.755 </a:t>
                      </a:r>
                    </a:p>
                    <a:p>
                      <a:pPr algn="ctr" fontAlgn="b"/>
                      <a:r>
                        <a:rPr lang="en-US" sz="1800" b="0" i="0" u="none" strike="noStrike" dirty="0">
                          <a:solidFill>
                            <a:schemeClr val="tx1"/>
                          </a:solidFill>
                          <a:effectLst/>
                          <a:latin typeface="PT Mono" panose="02060509020205020204" pitchFamily="49" charset="77"/>
                        </a:rPr>
                        <a:t>+/-0.059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34759689"/>
                  </a:ext>
                </a:extLst>
              </a:tr>
              <a:tr h="507529">
                <a:tc>
                  <a:txBody>
                    <a:bodyPr/>
                    <a:lstStyle/>
                    <a:p>
                      <a:pPr algn="ctr" fontAlgn="b"/>
                      <a:r>
                        <a:rPr lang="en-US" sz="1800" b="1" i="0" u="none" strike="noStrike" dirty="0">
                          <a:solidFill>
                            <a:schemeClr val="tx1"/>
                          </a:solidFill>
                          <a:effectLst/>
                          <a:latin typeface="PT Mono" panose="02060509020205020204" pitchFamily="49" charset="77"/>
                        </a:rPr>
                        <a:t>Precision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800" b="0" i="0" u="none" strike="noStrike" dirty="0">
                          <a:solidFill>
                            <a:schemeClr val="tx1"/>
                          </a:solidFill>
                          <a:effectLst/>
                          <a:latin typeface="PT Mono" panose="02060509020205020204" pitchFamily="49" charset="77"/>
                        </a:rPr>
                        <a:t>0.755</a:t>
                      </a:r>
                    </a:p>
                    <a:p>
                      <a:pPr algn="ctr" fontAlgn="b"/>
                      <a:r>
                        <a:rPr lang="en-US" sz="1800" b="0" i="0" u="none" strike="noStrike" dirty="0">
                          <a:solidFill>
                            <a:schemeClr val="tx1"/>
                          </a:solidFill>
                          <a:effectLst/>
                          <a:latin typeface="PT Mono" panose="02060509020205020204" pitchFamily="49" charset="77"/>
                        </a:rPr>
                        <a:t>+/-0.050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b"/>
                      <a:r>
                        <a:rPr lang="en-US" sz="1800" b="0" i="0" u="none" strike="noStrike" dirty="0">
                          <a:solidFill>
                            <a:schemeClr val="tx1"/>
                          </a:solidFill>
                          <a:effectLst/>
                          <a:latin typeface="PT Mono" panose="02060509020205020204" pitchFamily="49" charset="77"/>
                        </a:rPr>
                        <a:t>0.725 </a:t>
                      </a:r>
                    </a:p>
                    <a:p>
                      <a:pPr algn="ctr" fontAlgn="b"/>
                      <a:r>
                        <a:rPr lang="en-US" sz="1800" b="0" i="0" u="none" strike="noStrike" dirty="0">
                          <a:solidFill>
                            <a:schemeClr val="tx1"/>
                          </a:solidFill>
                          <a:effectLst/>
                          <a:latin typeface="PT Mono" panose="02060509020205020204" pitchFamily="49" charset="77"/>
                        </a:rPr>
                        <a:t>+/-0.067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b"/>
                      <a:r>
                        <a:rPr lang="en-US" sz="1800" b="1" i="0" u="none" strike="noStrike" dirty="0">
                          <a:solidFill>
                            <a:schemeClr val="tx1"/>
                          </a:solidFill>
                          <a:effectLst/>
                          <a:latin typeface="PT Mono" panose="02060509020205020204" pitchFamily="49" charset="77"/>
                        </a:rPr>
                        <a:t>0.768 </a:t>
                      </a:r>
                    </a:p>
                    <a:p>
                      <a:pPr algn="ctr" fontAlgn="b"/>
                      <a:r>
                        <a:rPr lang="en-US" sz="1800" b="1" i="0" u="none" strike="noStrike" dirty="0">
                          <a:solidFill>
                            <a:schemeClr val="tx1"/>
                          </a:solidFill>
                          <a:effectLst/>
                          <a:latin typeface="PT Mono" panose="02060509020205020204" pitchFamily="49" charset="77"/>
                        </a:rPr>
                        <a:t>+/-0.057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fontAlgn="b"/>
                      <a:r>
                        <a:rPr lang="en-US" sz="1800" b="0" i="0" u="none" strike="noStrike" dirty="0">
                          <a:solidFill>
                            <a:schemeClr val="tx1"/>
                          </a:solidFill>
                          <a:effectLst/>
                          <a:latin typeface="PT Mono" panose="02060509020205020204" pitchFamily="49" charset="77"/>
                        </a:rPr>
                        <a:t>0.717 </a:t>
                      </a:r>
                    </a:p>
                    <a:p>
                      <a:pPr algn="ctr" fontAlgn="b"/>
                      <a:r>
                        <a:rPr lang="en-US" sz="1800" b="0" i="0" u="none" strike="noStrike" dirty="0">
                          <a:solidFill>
                            <a:schemeClr val="tx1"/>
                          </a:solidFill>
                          <a:effectLst/>
                          <a:latin typeface="PT Mono" panose="02060509020205020204" pitchFamily="49" charset="77"/>
                        </a:rPr>
                        <a:t>+/-0.064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676416840"/>
                  </a:ext>
                </a:extLst>
              </a:tr>
              <a:tr h="507529">
                <a:tc>
                  <a:txBody>
                    <a:bodyPr/>
                    <a:lstStyle/>
                    <a:p>
                      <a:pPr algn="ctr" fontAlgn="b"/>
                      <a:r>
                        <a:rPr lang="en-US" sz="1800" b="1" i="0" u="none" strike="noStrike" dirty="0">
                          <a:solidFill>
                            <a:schemeClr val="tx1"/>
                          </a:solidFill>
                          <a:effectLst/>
                          <a:latin typeface="PT Mono" panose="02060509020205020204" pitchFamily="49" charset="77"/>
                        </a:rPr>
                        <a:t>Recall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800" b="1" i="0" u="none" strike="noStrike" dirty="0">
                          <a:solidFill>
                            <a:schemeClr val="tx1"/>
                          </a:solidFill>
                          <a:effectLst/>
                          <a:latin typeface="PT Mono" panose="02060509020205020204" pitchFamily="49" charset="77"/>
                        </a:rPr>
                        <a:t>0.774 </a:t>
                      </a:r>
                    </a:p>
                    <a:p>
                      <a:pPr algn="ctr" fontAlgn="b"/>
                      <a:r>
                        <a:rPr lang="en-US" sz="1800" b="1" i="0" u="none" strike="noStrike" dirty="0">
                          <a:solidFill>
                            <a:schemeClr val="tx1"/>
                          </a:solidFill>
                          <a:effectLst/>
                          <a:latin typeface="PT Mono" panose="02060509020205020204" pitchFamily="49" charset="77"/>
                        </a:rPr>
                        <a:t>+/-0.053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fontAlgn="b"/>
                      <a:r>
                        <a:rPr lang="en-US" sz="1800" b="0" i="0" u="none" strike="noStrike" dirty="0">
                          <a:solidFill>
                            <a:schemeClr val="tx1"/>
                          </a:solidFill>
                          <a:effectLst/>
                          <a:latin typeface="PT Mono" panose="02060509020205020204" pitchFamily="49" charset="77"/>
                        </a:rPr>
                        <a:t>0.759 </a:t>
                      </a:r>
                    </a:p>
                    <a:p>
                      <a:pPr algn="ctr" fontAlgn="b"/>
                      <a:r>
                        <a:rPr lang="en-US" sz="1800" b="0" i="0" u="none" strike="noStrike" dirty="0">
                          <a:solidFill>
                            <a:schemeClr val="tx1"/>
                          </a:solidFill>
                          <a:effectLst/>
                          <a:latin typeface="PT Mono" panose="02060509020205020204" pitchFamily="49" charset="77"/>
                        </a:rPr>
                        <a:t>+/-0.054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b"/>
                      <a:r>
                        <a:rPr lang="en-US" sz="1800" b="0" i="0" u="none" strike="noStrike" dirty="0">
                          <a:solidFill>
                            <a:schemeClr val="tx1"/>
                          </a:solidFill>
                          <a:effectLst/>
                          <a:latin typeface="PT Mono" panose="02060509020205020204" pitchFamily="49" charset="77"/>
                        </a:rPr>
                        <a:t>0.766 </a:t>
                      </a:r>
                    </a:p>
                    <a:p>
                      <a:pPr algn="ctr" fontAlgn="b"/>
                      <a:r>
                        <a:rPr lang="en-US" sz="1800" b="0" i="0" u="none" strike="noStrike" dirty="0">
                          <a:solidFill>
                            <a:schemeClr val="tx1"/>
                          </a:solidFill>
                          <a:effectLst/>
                          <a:latin typeface="PT Mono" panose="02060509020205020204" pitchFamily="49" charset="77"/>
                        </a:rPr>
                        <a:t>+/-0.050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b"/>
                      <a:r>
                        <a:rPr lang="en-US" sz="1800" b="0" i="0" u="none" strike="noStrike" dirty="0">
                          <a:solidFill>
                            <a:schemeClr val="tx1"/>
                          </a:solidFill>
                          <a:effectLst/>
                          <a:latin typeface="PT Mono" panose="02060509020205020204" pitchFamily="49" charset="77"/>
                        </a:rPr>
                        <a:t>0.755 </a:t>
                      </a:r>
                    </a:p>
                    <a:p>
                      <a:pPr algn="ctr" fontAlgn="b"/>
                      <a:r>
                        <a:rPr lang="en-US" sz="1800" b="0" i="0" u="none" strike="noStrike" dirty="0">
                          <a:solidFill>
                            <a:schemeClr val="tx1"/>
                          </a:solidFill>
                          <a:effectLst/>
                          <a:latin typeface="PT Mono" panose="02060509020205020204" pitchFamily="49" charset="77"/>
                        </a:rPr>
                        <a:t>+/-0.059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63972709"/>
                  </a:ext>
                </a:extLst>
              </a:tr>
              <a:tr h="524145">
                <a:tc>
                  <a:txBody>
                    <a:bodyPr/>
                    <a:lstStyle/>
                    <a:p>
                      <a:pPr algn="ctr" fontAlgn="b"/>
                      <a:r>
                        <a:rPr lang="en-US" sz="1800" b="1" i="0" u="none" strike="noStrike" dirty="0">
                          <a:solidFill>
                            <a:schemeClr val="tx1"/>
                          </a:solidFill>
                          <a:effectLst/>
                          <a:latin typeface="PT Mono" panose="02060509020205020204" pitchFamily="49" charset="77"/>
                        </a:rPr>
                        <a:t>F1 Beta Score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800" b="1" i="0" u="none" strike="noStrike" dirty="0">
                          <a:solidFill>
                            <a:schemeClr val="tx1"/>
                          </a:solidFill>
                          <a:effectLst/>
                          <a:latin typeface="PT Mono" panose="02060509020205020204" pitchFamily="49" charset="77"/>
                        </a:rPr>
                        <a:t>0.751 </a:t>
                      </a:r>
                    </a:p>
                    <a:p>
                      <a:pPr algn="ctr" fontAlgn="b"/>
                      <a:r>
                        <a:rPr lang="en-US" sz="1800" b="1" i="0" u="none" strike="noStrike" dirty="0">
                          <a:solidFill>
                            <a:schemeClr val="tx1"/>
                          </a:solidFill>
                          <a:effectLst/>
                          <a:latin typeface="PT Mono" panose="02060509020205020204" pitchFamily="49" charset="77"/>
                        </a:rPr>
                        <a:t>+/-0.053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fontAlgn="b"/>
                      <a:r>
                        <a:rPr lang="en-US" sz="1800" b="0" i="0" u="none" strike="noStrike" dirty="0">
                          <a:solidFill>
                            <a:schemeClr val="tx1"/>
                          </a:solidFill>
                          <a:effectLst/>
                          <a:latin typeface="PT Mono" panose="02060509020205020204" pitchFamily="49" charset="77"/>
                        </a:rPr>
                        <a:t>0.718</a:t>
                      </a:r>
                    </a:p>
                    <a:p>
                      <a:pPr algn="ctr" fontAlgn="b"/>
                      <a:r>
                        <a:rPr lang="en-US" sz="1800" b="0" i="0" u="none" strike="noStrike" dirty="0">
                          <a:solidFill>
                            <a:schemeClr val="tx1"/>
                          </a:solidFill>
                          <a:effectLst/>
                          <a:latin typeface="PT Mono" panose="02060509020205020204" pitchFamily="49" charset="77"/>
                        </a:rPr>
                        <a:t>+/-0.060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b"/>
                      <a:r>
                        <a:rPr lang="en-US" sz="1800" b="0" i="0" u="none" strike="noStrike" dirty="0">
                          <a:solidFill>
                            <a:schemeClr val="tx1"/>
                          </a:solidFill>
                          <a:effectLst/>
                          <a:latin typeface="PT Mono" panose="02060509020205020204" pitchFamily="49" charset="77"/>
                        </a:rPr>
                        <a:t>0.748 </a:t>
                      </a:r>
                    </a:p>
                    <a:p>
                      <a:pPr algn="ctr" fontAlgn="b"/>
                      <a:r>
                        <a:rPr lang="en-US" sz="1800" b="0" i="0" u="none" strike="noStrike" dirty="0">
                          <a:solidFill>
                            <a:schemeClr val="tx1"/>
                          </a:solidFill>
                          <a:effectLst/>
                          <a:latin typeface="PT Mono" panose="02060509020205020204" pitchFamily="49" charset="77"/>
                        </a:rPr>
                        <a:t>+/-0.061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b"/>
                      <a:r>
                        <a:rPr lang="en-US" sz="1800" b="0" i="0" u="none" strike="noStrike" dirty="0">
                          <a:solidFill>
                            <a:schemeClr val="tx1"/>
                          </a:solidFill>
                          <a:effectLst/>
                          <a:latin typeface="PT Mono" panose="02060509020205020204" pitchFamily="49" charset="77"/>
                        </a:rPr>
                        <a:t>0.708 </a:t>
                      </a:r>
                    </a:p>
                    <a:p>
                      <a:pPr algn="ctr" fontAlgn="b"/>
                      <a:r>
                        <a:rPr lang="en-US" sz="1800" b="0" i="0" u="none" strike="noStrike" dirty="0">
                          <a:solidFill>
                            <a:schemeClr val="tx1"/>
                          </a:solidFill>
                          <a:effectLst/>
                          <a:latin typeface="PT Mono" panose="02060509020205020204" pitchFamily="49" charset="77"/>
                        </a:rPr>
                        <a:t>+/-0.059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267990643"/>
                  </a:ext>
                </a:extLst>
              </a:tr>
            </a:tbl>
          </a:graphicData>
        </a:graphic>
      </p:graphicFrame>
    </p:spTree>
    <p:extLst>
      <p:ext uri="{BB962C8B-B14F-4D97-AF65-F5344CB8AC3E}">
        <p14:creationId xmlns:p14="http://schemas.microsoft.com/office/powerpoint/2010/main" val="4028865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 name="Rectangle 85">
            <a:extLst>
              <a:ext uri="{FF2B5EF4-FFF2-40B4-BE49-F238E27FC236}">
                <a16:creationId xmlns:a16="http://schemas.microsoft.com/office/drawing/2014/main" id="{FD4AD0ED-45F1-4AB2-8C18-7DED238A0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Rectangle 86">
            <a:extLst>
              <a:ext uri="{FF2B5EF4-FFF2-40B4-BE49-F238E27FC236}">
                <a16:creationId xmlns:a16="http://schemas.microsoft.com/office/drawing/2014/main" id="{B7430622-9855-482E-98A8-1FAECC9090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88" name="Group 87">
            <a:extLst>
              <a:ext uri="{FF2B5EF4-FFF2-40B4-BE49-F238E27FC236}">
                <a16:creationId xmlns:a16="http://schemas.microsoft.com/office/drawing/2014/main" id="{715C76D5-716D-420A-ABDC-55BF6D9ED2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64" name="Oval 63">
              <a:extLst>
                <a:ext uri="{FF2B5EF4-FFF2-40B4-BE49-F238E27FC236}">
                  <a16:creationId xmlns:a16="http://schemas.microsoft.com/office/drawing/2014/main" id="{79875022-E2DB-4A9E-8832-E7009F0E4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Oval 88">
              <a:extLst>
                <a:ext uri="{FF2B5EF4-FFF2-40B4-BE49-F238E27FC236}">
                  <a16:creationId xmlns:a16="http://schemas.microsoft.com/office/drawing/2014/main" id="{DBFBDCA6-4D2C-451E-8205-8C334DCEE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Oval 65">
              <a:extLst>
                <a:ext uri="{FF2B5EF4-FFF2-40B4-BE49-F238E27FC236}">
                  <a16:creationId xmlns:a16="http://schemas.microsoft.com/office/drawing/2014/main" id="{E395B2B7-3263-461B-8800-669EBE884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 name="Oval 89">
              <a:extLst>
                <a:ext uri="{FF2B5EF4-FFF2-40B4-BE49-F238E27FC236}">
                  <a16:creationId xmlns:a16="http://schemas.microsoft.com/office/drawing/2014/main" id="{A727DC78-6D51-415D-878D-516F840FB6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8" name="Oval 67">
              <a:extLst>
                <a:ext uri="{FF2B5EF4-FFF2-40B4-BE49-F238E27FC236}">
                  <a16:creationId xmlns:a16="http://schemas.microsoft.com/office/drawing/2014/main" id="{8405FB7A-34E4-454E-80C1-3AF31F6003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 name="Oval 90">
              <a:extLst>
                <a:ext uri="{FF2B5EF4-FFF2-40B4-BE49-F238E27FC236}">
                  <a16:creationId xmlns:a16="http://schemas.microsoft.com/office/drawing/2014/main" id="{C56EC0F8-CE39-4C95-B52D-033DBF561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92" name="Rectangle 91">
            <a:extLst>
              <a:ext uri="{FF2B5EF4-FFF2-40B4-BE49-F238E27FC236}">
                <a16:creationId xmlns:a16="http://schemas.microsoft.com/office/drawing/2014/main" id="{73162FBC-1EE8-4355-8B2B-CB9A5B4BD5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3" name="Group 92">
            <a:extLst>
              <a:ext uri="{FF2B5EF4-FFF2-40B4-BE49-F238E27FC236}">
                <a16:creationId xmlns:a16="http://schemas.microsoft.com/office/drawing/2014/main" id="{C2940EF9-7ECF-49BA-8F14-5EBC7ADE07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74" name="Straight Connector 73">
              <a:extLst>
                <a:ext uri="{FF2B5EF4-FFF2-40B4-BE49-F238E27FC236}">
                  <a16:creationId xmlns:a16="http://schemas.microsoft.com/office/drawing/2014/main" id="{DF9A5AE3-5A1E-4528-BDC2-D32A66EFFD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039C6801-3BB8-4C41-9385-D9CE4F1485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8EA6929-FF51-4E95-8E16-80E9F371AE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BE91CBD-B19A-4299-90BD-CC3AB69766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96" name="Rectangle 95">
            <a:extLst>
              <a:ext uri="{FF2B5EF4-FFF2-40B4-BE49-F238E27FC236}">
                <a16:creationId xmlns:a16="http://schemas.microsoft.com/office/drawing/2014/main" id="{26CE109B-4241-4CF1-B587-868774BB4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7" name="Group 96">
            <a:extLst>
              <a:ext uri="{FF2B5EF4-FFF2-40B4-BE49-F238E27FC236}">
                <a16:creationId xmlns:a16="http://schemas.microsoft.com/office/drawing/2014/main" id="{DD107650-C271-404F-98D8-BB8E7E0306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82" name="Straight Connector 81">
              <a:extLst>
                <a:ext uri="{FF2B5EF4-FFF2-40B4-BE49-F238E27FC236}">
                  <a16:creationId xmlns:a16="http://schemas.microsoft.com/office/drawing/2014/main" id="{41F01725-EDBB-493E-A610-EF9ACBABB2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C8E2A80-F420-488D-AE39-E20BC61B19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58A20B2-85E4-4C64-A75F-376DA772A4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88BDCE8-2392-4F5E-B6B4-AD19C903B9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 name="Title 1">
            <a:extLst>
              <a:ext uri="{FF2B5EF4-FFF2-40B4-BE49-F238E27FC236}">
                <a16:creationId xmlns:a16="http://schemas.microsoft.com/office/drawing/2014/main" id="{5D46A727-C1D7-206A-ECB2-433A7BA35764}"/>
              </a:ext>
            </a:extLst>
          </p:cNvPr>
          <p:cNvSpPr txBox="1">
            <a:spLocks/>
          </p:cNvSpPr>
          <p:nvPr/>
        </p:nvSpPr>
        <p:spPr>
          <a:xfrm>
            <a:off x="838200" y="365125"/>
            <a:ext cx="10515600" cy="1325563"/>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1" i="0" u="none" strike="noStrike" kern="1200" cap="none" spc="0" normalizeH="0" baseline="0" noProof="0" dirty="0">
                <a:ln>
                  <a:noFill/>
                </a:ln>
                <a:solidFill>
                  <a:prstClr val="white"/>
                </a:solidFill>
                <a:effectLst/>
                <a:uLnTx/>
                <a:uFillTx/>
                <a:latin typeface="PT Mono" panose="02060509020205020204" pitchFamily="49" charset="77"/>
                <a:ea typeface="+mj-ea"/>
                <a:cs typeface="+mj-cs"/>
              </a:rPr>
              <a:t>Results</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000" b="1" i="0" u="none" strike="noStrike" kern="1200" cap="none" spc="0" normalizeH="0" baseline="0" noProof="0" dirty="0">
                <a:ln>
                  <a:noFill/>
                </a:ln>
                <a:solidFill>
                  <a:prstClr val="white"/>
                </a:solidFill>
                <a:effectLst/>
                <a:uLnTx/>
                <a:uFillTx/>
                <a:latin typeface="PT Mono" panose="02060509020205020204" pitchFamily="49" charset="77"/>
                <a:ea typeface="+mj-ea"/>
                <a:cs typeface="+mj-cs"/>
              </a:rPr>
              <a:t>Average Baseline Scores Comparison</a:t>
            </a:r>
          </a:p>
        </p:txBody>
      </p:sp>
      <p:pic>
        <p:nvPicPr>
          <p:cNvPr id="4" name="Picture 3">
            <a:extLst>
              <a:ext uri="{FF2B5EF4-FFF2-40B4-BE49-F238E27FC236}">
                <a16:creationId xmlns:a16="http://schemas.microsoft.com/office/drawing/2014/main" id="{4F22BE8A-BB60-444D-63CC-748760CD310E}"/>
              </a:ext>
            </a:extLst>
          </p:cNvPr>
          <p:cNvPicPr>
            <a:picLocks noChangeAspect="1"/>
          </p:cNvPicPr>
          <p:nvPr/>
        </p:nvPicPr>
        <p:blipFill>
          <a:blip r:embed="rId3"/>
          <a:srcRect/>
          <a:stretch/>
        </p:blipFill>
        <p:spPr>
          <a:xfrm>
            <a:off x="1526558" y="2005506"/>
            <a:ext cx="9138885" cy="4494910"/>
          </a:xfrm>
          <a:prstGeom prst="rect">
            <a:avLst/>
          </a:prstGeom>
        </p:spPr>
      </p:pic>
    </p:spTree>
    <p:extLst>
      <p:ext uri="{BB962C8B-B14F-4D97-AF65-F5344CB8AC3E}">
        <p14:creationId xmlns:p14="http://schemas.microsoft.com/office/powerpoint/2010/main" val="1776431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 name="Rectangle 85">
            <a:extLst>
              <a:ext uri="{FF2B5EF4-FFF2-40B4-BE49-F238E27FC236}">
                <a16:creationId xmlns:a16="http://schemas.microsoft.com/office/drawing/2014/main" id="{FD4AD0ED-45F1-4AB2-8C18-7DED238A0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Rectangle 86">
            <a:extLst>
              <a:ext uri="{FF2B5EF4-FFF2-40B4-BE49-F238E27FC236}">
                <a16:creationId xmlns:a16="http://schemas.microsoft.com/office/drawing/2014/main" id="{B7430622-9855-482E-98A8-1FAECC9090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88" name="Group 87">
            <a:extLst>
              <a:ext uri="{FF2B5EF4-FFF2-40B4-BE49-F238E27FC236}">
                <a16:creationId xmlns:a16="http://schemas.microsoft.com/office/drawing/2014/main" id="{715C76D5-716D-420A-ABDC-55BF6D9ED2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64" name="Oval 63">
              <a:extLst>
                <a:ext uri="{FF2B5EF4-FFF2-40B4-BE49-F238E27FC236}">
                  <a16:creationId xmlns:a16="http://schemas.microsoft.com/office/drawing/2014/main" id="{79875022-E2DB-4A9E-8832-E7009F0E4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Oval 88">
              <a:extLst>
                <a:ext uri="{FF2B5EF4-FFF2-40B4-BE49-F238E27FC236}">
                  <a16:creationId xmlns:a16="http://schemas.microsoft.com/office/drawing/2014/main" id="{DBFBDCA6-4D2C-451E-8205-8C334DCEE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Oval 65">
              <a:extLst>
                <a:ext uri="{FF2B5EF4-FFF2-40B4-BE49-F238E27FC236}">
                  <a16:creationId xmlns:a16="http://schemas.microsoft.com/office/drawing/2014/main" id="{E395B2B7-3263-461B-8800-669EBE884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 name="Oval 89">
              <a:extLst>
                <a:ext uri="{FF2B5EF4-FFF2-40B4-BE49-F238E27FC236}">
                  <a16:creationId xmlns:a16="http://schemas.microsoft.com/office/drawing/2014/main" id="{A727DC78-6D51-415D-878D-516F840FB6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8" name="Oval 67">
              <a:extLst>
                <a:ext uri="{FF2B5EF4-FFF2-40B4-BE49-F238E27FC236}">
                  <a16:creationId xmlns:a16="http://schemas.microsoft.com/office/drawing/2014/main" id="{8405FB7A-34E4-454E-80C1-3AF31F6003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 name="Oval 90">
              <a:extLst>
                <a:ext uri="{FF2B5EF4-FFF2-40B4-BE49-F238E27FC236}">
                  <a16:creationId xmlns:a16="http://schemas.microsoft.com/office/drawing/2014/main" id="{C56EC0F8-CE39-4C95-B52D-033DBF561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92" name="Rectangle 91">
            <a:extLst>
              <a:ext uri="{FF2B5EF4-FFF2-40B4-BE49-F238E27FC236}">
                <a16:creationId xmlns:a16="http://schemas.microsoft.com/office/drawing/2014/main" id="{73162FBC-1EE8-4355-8B2B-CB9A5B4BD5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3" name="Group 92">
            <a:extLst>
              <a:ext uri="{FF2B5EF4-FFF2-40B4-BE49-F238E27FC236}">
                <a16:creationId xmlns:a16="http://schemas.microsoft.com/office/drawing/2014/main" id="{C2940EF9-7ECF-49BA-8F14-5EBC7ADE07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74" name="Straight Connector 73">
              <a:extLst>
                <a:ext uri="{FF2B5EF4-FFF2-40B4-BE49-F238E27FC236}">
                  <a16:creationId xmlns:a16="http://schemas.microsoft.com/office/drawing/2014/main" id="{DF9A5AE3-5A1E-4528-BDC2-D32A66EFFD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039C6801-3BB8-4C41-9385-D9CE4F1485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8EA6929-FF51-4E95-8E16-80E9F371AE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BE91CBD-B19A-4299-90BD-CC3AB69766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96" name="Rectangle 95">
            <a:extLst>
              <a:ext uri="{FF2B5EF4-FFF2-40B4-BE49-F238E27FC236}">
                <a16:creationId xmlns:a16="http://schemas.microsoft.com/office/drawing/2014/main" id="{26CE109B-4241-4CF1-B587-868774BB4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7" name="Group 96">
            <a:extLst>
              <a:ext uri="{FF2B5EF4-FFF2-40B4-BE49-F238E27FC236}">
                <a16:creationId xmlns:a16="http://schemas.microsoft.com/office/drawing/2014/main" id="{DD107650-C271-404F-98D8-BB8E7E0306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82" name="Straight Connector 81">
              <a:extLst>
                <a:ext uri="{FF2B5EF4-FFF2-40B4-BE49-F238E27FC236}">
                  <a16:creationId xmlns:a16="http://schemas.microsoft.com/office/drawing/2014/main" id="{41F01725-EDBB-493E-A610-EF9ACBABB2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C8E2A80-F420-488D-AE39-E20BC61B19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58A20B2-85E4-4C64-A75F-376DA772A4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88BDCE8-2392-4F5E-B6B4-AD19C903B9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 name="Title 1">
            <a:extLst>
              <a:ext uri="{FF2B5EF4-FFF2-40B4-BE49-F238E27FC236}">
                <a16:creationId xmlns:a16="http://schemas.microsoft.com/office/drawing/2014/main" id="{5D46A727-C1D7-206A-ECB2-433A7BA35764}"/>
              </a:ext>
            </a:extLst>
          </p:cNvPr>
          <p:cNvSpPr txBox="1">
            <a:spLocks/>
          </p:cNvSpPr>
          <p:nvPr/>
        </p:nvSpPr>
        <p:spPr>
          <a:xfrm>
            <a:off x="838200" y="365125"/>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1" i="0" u="none" strike="noStrike" kern="1200" cap="none" spc="0" normalizeH="0" baseline="0" noProof="0" dirty="0">
                <a:ln>
                  <a:noFill/>
                </a:ln>
                <a:solidFill>
                  <a:prstClr val="white"/>
                </a:solidFill>
                <a:effectLst/>
                <a:uLnTx/>
                <a:uFillTx/>
                <a:latin typeface="PT Mono" panose="02060509020205020204" pitchFamily="49" charset="77"/>
                <a:ea typeface="+mj-ea"/>
                <a:cs typeface="+mj-cs"/>
              </a:rPr>
              <a:t>Outlook</a:t>
            </a:r>
            <a:endParaRPr kumimoji="0" lang="en-US" sz="2600" b="1" i="0" u="none" strike="noStrike" kern="1200" cap="none" spc="0" normalizeH="0" baseline="0" noProof="0" dirty="0">
              <a:ln>
                <a:noFill/>
              </a:ln>
              <a:solidFill>
                <a:prstClr val="white"/>
              </a:solidFill>
              <a:effectLst/>
              <a:uLnTx/>
              <a:uFillTx/>
              <a:latin typeface="PT Mono" panose="02060509020205020204" pitchFamily="49" charset="77"/>
              <a:ea typeface="+mj-ea"/>
              <a:cs typeface="+mj-cs"/>
            </a:endParaRPr>
          </a:p>
        </p:txBody>
      </p:sp>
      <p:sp>
        <p:nvSpPr>
          <p:cNvPr id="7" name="TextBox 6">
            <a:extLst>
              <a:ext uri="{FF2B5EF4-FFF2-40B4-BE49-F238E27FC236}">
                <a16:creationId xmlns:a16="http://schemas.microsoft.com/office/drawing/2014/main" id="{30B58B79-A4BC-B493-AE3E-F09E0F24DE03}"/>
              </a:ext>
            </a:extLst>
          </p:cNvPr>
          <p:cNvSpPr txBox="1"/>
          <p:nvPr/>
        </p:nvSpPr>
        <p:spPr>
          <a:xfrm>
            <a:off x="1634978" y="1766976"/>
            <a:ext cx="9464809" cy="4031873"/>
          </a:xfrm>
          <a:prstGeom prst="rect">
            <a:avLst/>
          </a:prstGeom>
          <a:noFill/>
        </p:spPr>
        <p:txBody>
          <a:bodyPr wrap="square" rtlCol="0">
            <a:spAutoFit/>
          </a:bodyPr>
          <a:lstStyle/>
          <a:p>
            <a:r>
              <a:rPr lang="en-US" sz="3200" dirty="0">
                <a:solidFill>
                  <a:schemeClr val="bg1"/>
                </a:solidFill>
                <a:latin typeface="PT Mono" panose="02060509020205020204" pitchFamily="49" charset="77"/>
              </a:rPr>
              <a:t>Tune more hyperparameters</a:t>
            </a:r>
          </a:p>
          <a:p>
            <a:endParaRPr lang="en-US" sz="3200" dirty="0">
              <a:solidFill>
                <a:schemeClr val="bg1"/>
              </a:solidFill>
              <a:latin typeface="PT Mono" panose="02060509020205020204" pitchFamily="49" charset="77"/>
            </a:endParaRPr>
          </a:p>
          <a:p>
            <a:r>
              <a:rPr lang="en-US" sz="3200" dirty="0">
                <a:solidFill>
                  <a:schemeClr val="bg1"/>
                </a:solidFill>
                <a:latin typeface="PT Mono" panose="02060509020205020204" pitchFamily="49" charset="77"/>
              </a:rPr>
              <a:t>Explore other machine-learning models </a:t>
            </a:r>
          </a:p>
          <a:p>
            <a:pPr lvl="1"/>
            <a:endParaRPr lang="en-US" sz="3200" dirty="0">
              <a:solidFill>
                <a:schemeClr val="bg1"/>
              </a:solidFill>
              <a:latin typeface="PT Mono" panose="02060509020205020204" pitchFamily="49" charset="77"/>
            </a:endParaRPr>
          </a:p>
          <a:p>
            <a:r>
              <a:rPr lang="en-US" sz="3200" dirty="0">
                <a:solidFill>
                  <a:schemeClr val="bg1"/>
                </a:solidFill>
                <a:latin typeface="PT Mono" panose="02060509020205020204" pitchFamily="49" charset="77"/>
              </a:rPr>
              <a:t>Increase the dataset sample size and create a balanced set</a:t>
            </a:r>
          </a:p>
          <a:p>
            <a:endParaRPr lang="en-US" sz="3200" dirty="0">
              <a:solidFill>
                <a:schemeClr val="bg1"/>
              </a:solidFill>
              <a:latin typeface="PT Mono" panose="02060509020205020204" pitchFamily="49" charset="77"/>
            </a:endParaRPr>
          </a:p>
          <a:p>
            <a:r>
              <a:rPr lang="en-US" sz="3200" dirty="0">
                <a:solidFill>
                  <a:schemeClr val="bg1"/>
                </a:solidFill>
                <a:latin typeface="PT Mono" panose="02060509020205020204" pitchFamily="49" charset="77"/>
              </a:rPr>
              <a:t>Incorporate muscle activity data</a:t>
            </a:r>
          </a:p>
        </p:txBody>
      </p:sp>
      <p:pic>
        <p:nvPicPr>
          <p:cNvPr id="9" name="Graphic 8" descr="Binary with solid fill">
            <a:extLst>
              <a:ext uri="{FF2B5EF4-FFF2-40B4-BE49-F238E27FC236}">
                <a16:creationId xmlns:a16="http://schemas.microsoft.com/office/drawing/2014/main" id="{D2321C8A-8DCC-37B8-0E5A-20D8BD40214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9576" y="1833570"/>
            <a:ext cx="471775" cy="471775"/>
          </a:xfrm>
          <a:prstGeom prst="rect">
            <a:avLst/>
          </a:prstGeom>
        </p:spPr>
      </p:pic>
      <p:pic>
        <p:nvPicPr>
          <p:cNvPr id="11" name="Graphic 10" descr="Internet outline">
            <a:extLst>
              <a:ext uri="{FF2B5EF4-FFF2-40B4-BE49-F238E27FC236}">
                <a16:creationId xmlns:a16="http://schemas.microsoft.com/office/drawing/2014/main" id="{AD161A19-629C-2A78-DD83-4F76D26F4EE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32284" y="2796462"/>
            <a:ext cx="475488" cy="475488"/>
          </a:xfrm>
          <a:prstGeom prst="rect">
            <a:avLst/>
          </a:prstGeom>
        </p:spPr>
      </p:pic>
      <p:pic>
        <p:nvPicPr>
          <p:cNvPr id="15" name="Graphic 14" descr="Statistics with solid fill">
            <a:extLst>
              <a:ext uri="{FF2B5EF4-FFF2-40B4-BE49-F238E27FC236}">
                <a16:creationId xmlns:a16="http://schemas.microsoft.com/office/drawing/2014/main" id="{3A0CD7EC-AD40-DA0D-9667-D41568E7C63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7763" y="3782912"/>
            <a:ext cx="475488" cy="475488"/>
          </a:xfrm>
          <a:prstGeom prst="rect">
            <a:avLst/>
          </a:prstGeom>
        </p:spPr>
      </p:pic>
      <p:pic>
        <p:nvPicPr>
          <p:cNvPr id="18" name="Graphic 17" descr="Muscular arm with solid fill">
            <a:extLst>
              <a:ext uri="{FF2B5EF4-FFF2-40B4-BE49-F238E27FC236}">
                <a16:creationId xmlns:a16="http://schemas.microsoft.com/office/drawing/2014/main" id="{D4DD60FC-295D-FCAE-BE00-0260F3319D4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42179" y="5216770"/>
            <a:ext cx="475488" cy="475488"/>
          </a:xfrm>
          <a:prstGeom prst="rect">
            <a:avLst/>
          </a:prstGeom>
        </p:spPr>
      </p:pic>
    </p:spTree>
    <p:extLst>
      <p:ext uri="{BB962C8B-B14F-4D97-AF65-F5344CB8AC3E}">
        <p14:creationId xmlns:p14="http://schemas.microsoft.com/office/powerpoint/2010/main" val="130636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 name="Rectangle 85">
            <a:extLst>
              <a:ext uri="{FF2B5EF4-FFF2-40B4-BE49-F238E27FC236}">
                <a16:creationId xmlns:a16="http://schemas.microsoft.com/office/drawing/2014/main" id="{FD4AD0ED-45F1-4AB2-8C18-7DED238A0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Rectangle 86">
            <a:extLst>
              <a:ext uri="{FF2B5EF4-FFF2-40B4-BE49-F238E27FC236}">
                <a16:creationId xmlns:a16="http://schemas.microsoft.com/office/drawing/2014/main" id="{B7430622-9855-482E-98A8-1FAECC9090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88" name="Group 87">
            <a:extLst>
              <a:ext uri="{FF2B5EF4-FFF2-40B4-BE49-F238E27FC236}">
                <a16:creationId xmlns:a16="http://schemas.microsoft.com/office/drawing/2014/main" id="{715C76D5-716D-420A-ABDC-55BF6D9ED2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64" name="Oval 63">
              <a:extLst>
                <a:ext uri="{FF2B5EF4-FFF2-40B4-BE49-F238E27FC236}">
                  <a16:creationId xmlns:a16="http://schemas.microsoft.com/office/drawing/2014/main" id="{79875022-E2DB-4A9E-8832-E7009F0E4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Oval 88">
              <a:extLst>
                <a:ext uri="{FF2B5EF4-FFF2-40B4-BE49-F238E27FC236}">
                  <a16:creationId xmlns:a16="http://schemas.microsoft.com/office/drawing/2014/main" id="{DBFBDCA6-4D2C-451E-8205-8C334DCEE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Oval 65">
              <a:extLst>
                <a:ext uri="{FF2B5EF4-FFF2-40B4-BE49-F238E27FC236}">
                  <a16:creationId xmlns:a16="http://schemas.microsoft.com/office/drawing/2014/main" id="{E395B2B7-3263-461B-8800-669EBE884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 name="Oval 89">
              <a:extLst>
                <a:ext uri="{FF2B5EF4-FFF2-40B4-BE49-F238E27FC236}">
                  <a16:creationId xmlns:a16="http://schemas.microsoft.com/office/drawing/2014/main" id="{A727DC78-6D51-415D-878D-516F840FB6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8" name="Oval 67">
              <a:extLst>
                <a:ext uri="{FF2B5EF4-FFF2-40B4-BE49-F238E27FC236}">
                  <a16:creationId xmlns:a16="http://schemas.microsoft.com/office/drawing/2014/main" id="{8405FB7A-34E4-454E-80C1-3AF31F6003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 name="Oval 90">
              <a:extLst>
                <a:ext uri="{FF2B5EF4-FFF2-40B4-BE49-F238E27FC236}">
                  <a16:creationId xmlns:a16="http://schemas.microsoft.com/office/drawing/2014/main" id="{C56EC0F8-CE39-4C95-B52D-033DBF561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75BFDBB9-365B-F092-AF77-0D73D1BEB445}"/>
              </a:ext>
            </a:extLst>
          </p:cNvPr>
          <p:cNvSpPr>
            <a:spLocks noGrp="1"/>
          </p:cNvSpPr>
          <p:nvPr>
            <p:ph type="ctrTitle"/>
          </p:nvPr>
        </p:nvSpPr>
        <p:spPr>
          <a:xfrm>
            <a:off x="1275699" y="631373"/>
            <a:ext cx="9764853" cy="2819399"/>
          </a:xfrm>
          <a:noFill/>
        </p:spPr>
        <p:txBody>
          <a:bodyPr vert="horz" lIns="91440" tIns="45720" rIns="91440" bIns="45720" rtlCol="0" anchor="b">
            <a:normAutofit/>
          </a:bodyPr>
          <a:lstStyle/>
          <a:p>
            <a:pPr>
              <a:spcAft>
                <a:spcPts val="0"/>
              </a:spcAft>
            </a:pPr>
            <a:r>
              <a:rPr lang="en-US" sz="4000" b="1" dirty="0">
                <a:solidFill>
                  <a:schemeClr val="bg1"/>
                </a:solidFill>
                <a:effectLst/>
                <a:latin typeface="PT Mono" panose="02060509020205020204" pitchFamily="49" charset="77"/>
              </a:rPr>
              <a:t>Questions?</a:t>
            </a:r>
            <a:endParaRPr lang="en-US" sz="4000" b="1" kern="1200" dirty="0">
              <a:solidFill>
                <a:schemeClr val="bg1"/>
              </a:solidFill>
              <a:latin typeface="PT Mono" panose="02060509020205020204" pitchFamily="49" charset="77"/>
            </a:endParaRPr>
          </a:p>
        </p:txBody>
      </p:sp>
      <p:sp>
        <p:nvSpPr>
          <p:cNvPr id="3" name="Subtitle 2">
            <a:extLst>
              <a:ext uri="{FF2B5EF4-FFF2-40B4-BE49-F238E27FC236}">
                <a16:creationId xmlns:a16="http://schemas.microsoft.com/office/drawing/2014/main" id="{C8BF72D5-435C-C560-CA4B-A3CA3621E107}"/>
              </a:ext>
            </a:extLst>
          </p:cNvPr>
          <p:cNvSpPr>
            <a:spLocks noGrp="1"/>
          </p:cNvSpPr>
          <p:nvPr>
            <p:ph type="subTitle" idx="1"/>
          </p:nvPr>
        </p:nvSpPr>
        <p:spPr>
          <a:xfrm>
            <a:off x="2043325" y="3739747"/>
            <a:ext cx="8229600" cy="2607079"/>
          </a:xfrm>
          <a:noFill/>
        </p:spPr>
        <p:txBody>
          <a:bodyPr vert="horz" lIns="91440" tIns="45720" rIns="91440" bIns="45720" rtlCol="0" anchor="t">
            <a:normAutofit/>
          </a:bodyPr>
          <a:lstStyle/>
          <a:p>
            <a:r>
              <a:rPr lang="en-US" sz="2000" dirty="0">
                <a:solidFill>
                  <a:schemeClr val="bg1"/>
                </a:solidFill>
                <a:latin typeface="PT Mono" panose="02060509020205020204" pitchFamily="49" charset="77"/>
              </a:rPr>
              <a:t>Dominique_Barnes@Brown.edu</a:t>
            </a:r>
          </a:p>
          <a:p>
            <a:r>
              <a:rPr lang="en-US" sz="2000" dirty="0">
                <a:solidFill>
                  <a:schemeClr val="bg1"/>
                </a:solidFill>
                <a:latin typeface="PT Mono" panose="02060509020205020204" pitchFamily="49" charset="77"/>
              </a:rPr>
              <a:t>https://</a:t>
            </a:r>
            <a:r>
              <a:rPr lang="en-US" sz="2000" dirty="0" err="1">
                <a:solidFill>
                  <a:schemeClr val="bg1"/>
                </a:solidFill>
                <a:latin typeface="PT Mono" panose="02060509020205020204" pitchFamily="49" charset="77"/>
              </a:rPr>
              <a:t>github.com</a:t>
            </a:r>
            <a:r>
              <a:rPr lang="en-US" sz="2000" dirty="0">
                <a:solidFill>
                  <a:schemeClr val="bg1"/>
                </a:solidFill>
                <a:latin typeface="PT Mono" panose="02060509020205020204" pitchFamily="49" charset="77"/>
              </a:rPr>
              <a:t>/dbarnes16/DATA1030-Final.git</a:t>
            </a:r>
          </a:p>
        </p:txBody>
      </p:sp>
      <p:sp>
        <p:nvSpPr>
          <p:cNvPr id="92" name="Rectangle 91">
            <a:extLst>
              <a:ext uri="{FF2B5EF4-FFF2-40B4-BE49-F238E27FC236}">
                <a16:creationId xmlns:a16="http://schemas.microsoft.com/office/drawing/2014/main" id="{73162FBC-1EE8-4355-8B2B-CB9A5B4BD5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3" name="Group 92">
            <a:extLst>
              <a:ext uri="{FF2B5EF4-FFF2-40B4-BE49-F238E27FC236}">
                <a16:creationId xmlns:a16="http://schemas.microsoft.com/office/drawing/2014/main" id="{C2940EF9-7ECF-49BA-8F14-5EBC7ADE07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74" name="Straight Connector 73">
              <a:extLst>
                <a:ext uri="{FF2B5EF4-FFF2-40B4-BE49-F238E27FC236}">
                  <a16:creationId xmlns:a16="http://schemas.microsoft.com/office/drawing/2014/main" id="{DF9A5AE3-5A1E-4528-BDC2-D32A66EFFD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039C6801-3BB8-4C41-9385-D9CE4F1485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8EA6929-FF51-4E95-8E16-80E9F371AE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BE91CBD-B19A-4299-90BD-CC3AB69766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96" name="Rectangle 95">
            <a:extLst>
              <a:ext uri="{FF2B5EF4-FFF2-40B4-BE49-F238E27FC236}">
                <a16:creationId xmlns:a16="http://schemas.microsoft.com/office/drawing/2014/main" id="{26CE109B-4241-4CF1-B587-868774BB4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7" name="Group 96">
            <a:extLst>
              <a:ext uri="{FF2B5EF4-FFF2-40B4-BE49-F238E27FC236}">
                <a16:creationId xmlns:a16="http://schemas.microsoft.com/office/drawing/2014/main" id="{DD107650-C271-404F-98D8-BB8E7E0306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82" name="Straight Connector 81">
              <a:extLst>
                <a:ext uri="{FF2B5EF4-FFF2-40B4-BE49-F238E27FC236}">
                  <a16:creationId xmlns:a16="http://schemas.microsoft.com/office/drawing/2014/main" id="{41F01725-EDBB-493E-A610-EF9ACBABB2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C8E2A80-F420-488D-AE39-E20BC61B19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58A20B2-85E4-4C64-A75F-376DA772A4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88BDCE8-2392-4F5E-B6B4-AD19C903B9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505241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13634</TotalTime>
  <Words>553</Words>
  <Application>Microsoft Macintosh PowerPoint</Application>
  <PresentationFormat>Widescreen</PresentationFormat>
  <Paragraphs>134</Paragraphs>
  <Slides>14</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Arial</vt:lpstr>
      <vt:lpstr>Calibri</vt:lpstr>
      <vt:lpstr>Calibri Light</vt:lpstr>
      <vt:lpstr>PT Mono</vt:lpstr>
      <vt:lpstr>Söhne</vt:lpstr>
      <vt:lpstr>Office Theme</vt:lpstr>
      <vt:lpstr>Physical Activity Classified by Tri-Axial Accelerometer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Physical Activity Classification by Accelerometers   Physical Activity Classification by Accelerometers  Physical Activity Classification by Accelerometers  Physical Activity Classification by Accelerometers</dc:title>
  <dc:creator>Barnes, Dominique</dc:creator>
  <cp:lastModifiedBy>Barnes, Dominique</cp:lastModifiedBy>
  <cp:revision>70</cp:revision>
  <dcterms:created xsi:type="dcterms:W3CDTF">2023-10-09T00:04:05Z</dcterms:created>
  <dcterms:modified xsi:type="dcterms:W3CDTF">2023-12-10T06:16:48Z</dcterms:modified>
</cp:coreProperties>
</file>